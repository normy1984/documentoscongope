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77" r:id="rId1"/>
  </p:sldMasterIdLst>
  <p:notesMasterIdLst>
    <p:notesMasterId r:id="rId31"/>
  </p:notesMasterIdLst>
  <p:sldIdLst>
    <p:sldId id="326" r:id="rId2"/>
    <p:sldId id="258" r:id="rId3"/>
    <p:sldId id="314" r:id="rId4"/>
    <p:sldId id="272" r:id="rId5"/>
    <p:sldId id="262" r:id="rId6"/>
    <p:sldId id="310" r:id="rId7"/>
    <p:sldId id="261" r:id="rId8"/>
    <p:sldId id="316" r:id="rId9"/>
    <p:sldId id="320" r:id="rId10"/>
    <p:sldId id="321" r:id="rId11"/>
    <p:sldId id="322" r:id="rId12"/>
    <p:sldId id="315" r:id="rId13"/>
    <p:sldId id="292" r:id="rId14"/>
    <p:sldId id="319" r:id="rId15"/>
    <p:sldId id="317" r:id="rId16"/>
    <p:sldId id="318" r:id="rId17"/>
    <p:sldId id="293" r:id="rId18"/>
    <p:sldId id="277" r:id="rId19"/>
    <p:sldId id="298" r:id="rId20"/>
    <p:sldId id="307" r:id="rId21"/>
    <p:sldId id="308" r:id="rId22"/>
    <p:sldId id="299" r:id="rId23"/>
    <p:sldId id="305" r:id="rId24"/>
    <p:sldId id="286" r:id="rId25"/>
    <p:sldId id="284" r:id="rId26"/>
    <p:sldId id="301" r:id="rId27"/>
    <p:sldId id="306" r:id="rId28"/>
    <p:sldId id="289" r:id="rId29"/>
    <p:sldId id="303" r:id="rId30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1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474210-B2FC-48E7-A07F-83FE1D657430}" type="doc">
      <dgm:prSet loTypeId="urn:microsoft.com/office/officeart/2005/8/layout/hProcess9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E82C849-2A12-4963-9DEC-05344E691155}">
      <dgm:prSet phldrT="[Texto]" custT="1"/>
      <dgm:spPr/>
      <dgm:t>
        <a:bodyPr/>
        <a:lstStyle/>
        <a:p>
          <a:r>
            <a:rPr lang="es-EC" sz="2000" dirty="0"/>
            <a:t>Nueva Gerencia Pública</a:t>
          </a:r>
          <a:endParaRPr lang="es-ES" sz="2000" dirty="0"/>
        </a:p>
      </dgm:t>
    </dgm:pt>
    <dgm:pt modelId="{82A54EED-2491-4BA9-BAFB-E209A36CC46F}" type="parTrans" cxnId="{0EF54DAC-FB32-4563-8B66-01B38422FAEF}">
      <dgm:prSet/>
      <dgm:spPr/>
      <dgm:t>
        <a:bodyPr/>
        <a:lstStyle/>
        <a:p>
          <a:endParaRPr lang="es-ES" sz="2000"/>
        </a:p>
      </dgm:t>
    </dgm:pt>
    <dgm:pt modelId="{B856E7AD-C9FF-42F1-9B6C-91A8AA5A9D28}" type="sibTrans" cxnId="{0EF54DAC-FB32-4563-8B66-01B38422FAEF}">
      <dgm:prSet/>
      <dgm:spPr/>
      <dgm:t>
        <a:bodyPr/>
        <a:lstStyle/>
        <a:p>
          <a:endParaRPr lang="es-ES" sz="2000"/>
        </a:p>
      </dgm:t>
    </dgm:pt>
    <dgm:pt modelId="{96B7C426-74FB-4E96-BAEE-F360646691B2}">
      <dgm:prSet phldrT="[Texto]" custT="1"/>
      <dgm:spPr/>
      <dgm:t>
        <a:bodyPr/>
        <a:lstStyle/>
        <a:p>
          <a:r>
            <a:rPr lang="es-EC" sz="2000" dirty="0"/>
            <a:t>Gestión para resultados de desarrollo - </a:t>
          </a:r>
          <a:r>
            <a:rPr lang="es-EC" sz="2000" dirty="0" err="1"/>
            <a:t>GpRD</a:t>
          </a:r>
          <a:r>
            <a:rPr lang="es-EC" sz="2000" dirty="0"/>
            <a:t> </a:t>
          </a:r>
          <a:endParaRPr lang="es-ES" sz="2000" dirty="0"/>
        </a:p>
      </dgm:t>
    </dgm:pt>
    <dgm:pt modelId="{FC549B2A-0C1B-4F27-A34E-A91080BA6E59}" type="parTrans" cxnId="{AA6FBEFB-7153-4872-BF3B-15CD19CAB274}">
      <dgm:prSet/>
      <dgm:spPr/>
      <dgm:t>
        <a:bodyPr/>
        <a:lstStyle/>
        <a:p>
          <a:endParaRPr lang="es-ES" sz="2000"/>
        </a:p>
      </dgm:t>
    </dgm:pt>
    <dgm:pt modelId="{4FD62AD8-29F3-4C07-AEA2-17FBBAA7A280}" type="sibTrans" cxnId="{AA6FBEFB-7153-4872-BF3B-15CD19CAB274}">
      <dgm:prSet/>
      <dgm:spPr/>
      <dgm:t>
        <a:bodyPr/>
        <a:lstStyle/>
        <a:p>
          <a:endParaRPr lang="es-ES" sz="2000"/>
        </a:p>
      </dgm:t>
    </dgm:pt>
    <dgm:pt modelId="{76DDDCE9-82BF-4928-938D-E03C8170A19E}">
      <dgm:prSet phldrT="[Texto]" custT="1"/>
      <dgm:spPr/>
      <dgm:t>
        <a:bodyPr/>
        <a:lstStyle/>
        <a:p>
          <a:r>
            <a:rPr lang="es-ES" sz="2000" dirty="0"/>
            <a:t>Nuevo Marco Legal (</a:t>
          </a:r>
          <a:r>
            <a:rPr lang="es-ES" sz="2000" dirty="0" err="1"/>
            <a:t>EC</a:t>
          </a:r>
          <a:r>
            <a:rPr lang="es-ES" sz="2000" dirty="0"/>
            <a:t>)</a:t>
          </a:r>
        </a:p>
      </dgm:t>
    </dgm:pt>
    <dgm:pt modelId="{80DCBCB3-5D0E-4DCA-A4B7-C8D4643D6237}" type="parTrans" cxnId="{DF62F8C9-12F7-4CE5-92CE-DD4D1227D943}">
      <dgm:prSet/>
      <dgm:spPr/>
      <dgm:t>
        <a:bodyPr/>
        <a:lstStyle/>
        <a:p>
          <a:endParaRPr lang="en-US" sz="2000"/>
        </a:p>
      </dgm:t>
    </dgm:pt>
    <dgm:pt modelId="{9B52FF34-AC06-4C59-A403-5F1277A42407}" type="sibTrans" cxnId="{DF62F8C9-12F7-4CE5-92CE-DD4D1227D943}">
      <dgm:prSet/>
      <dgm:spPr/>
      <dgm:t>
        <a:bodyPr/>
        <a:lstStyle/>
        <a:p>
          <a:endParaRPr lang="en-US" sz="2000"/>
        </a:p>
      </dgm:t>
    </dgm:pt>
    <dgm:pt modelId="{649F813F-3386-4279-8A78-9D6745B95CC6}" type="pres">
      <dgm:prSet presAssocID="{33474210-B2FC-48E7-A07F-83FE1D657430}" presName="CompostProcess" presStyleCnt="0">
        <dgm:presLayoutVars>
          <dgm:dir/>
          <dgm:resizeHandles val="exact"/>
        </dgm:presLayoutVars>
      </dgm:prSet>
      <dgm:spPr/>
    </dgm:pt>
    <dgm:pt modelId="{08B1854E-5955-47D2-98BC-F7E833B15BAD}" type="pres">
      <dgm:prSet presAssocID="{33474210-B2FC-48E7-A07F-83FE1D657430}" presName="arrow" presStyleLbl="bgShp" presStyleIdx="0" presStyleCnt="1"/>
      <dgm:spPr/>
    </dgm:pt>
    <dgm:pt modelId="{1620306E-28F1-4638-838C-39730A96F8CA}" type="pres">
      <dgm:prSet presAssocID="{33474210-B2FC-48E7-A07F-83FE1D657430}" presName="linearProcess" presStyleCnt="0"/>
      <dgm:spPr/>
    </dgm:pt>
    <dgm:pt modelId="{9ADD0064-EE1C-4879-9F20-4D8E19CDF471}" type="pres">
      <dgm:prSet presAssocID="{3E82C849-2A12-4963-9DEC-05344E691155}" presName="textNode" presStyleLbl="node1" presStyleIdx="0" presStyleCnt="3">
        <dgm:presLayoutVars>
          <dgm:bulletEnabled val="1"/>
        </dgm:presLayoutVars>
      </dgm:prSet>
      <dgm:spPr/>
    </dgm:pt>
    <dgm:pt modelId="{3C252EB3-8D5C-4AB9-B208-A96F5BE374EE}" type="pres">
      <dgm:prSet presAssocID="{B856E7AD-C9FF-42F1-9B6C-91A8AA5A9D28}" presName="sibTrans" presStyleCnt="0"/>
      <dgm:spPr/>
    </dgm:pt>
    <dgm:pt modelId="{FA77A227-0D02-4F7E-B657-854FE184ED7F}" type="pres">
      <dgm:prSet presAssocID="{76DDDCE9-82BF-4928-938D-E03C8170A19E}" presName="textNode" presStyleLbl="node1" presStyleIdx="1" presStyleCnt="3">
        <dgm:presLayoutVars>
          <dgm:bulletEnabled val="1"/>
        </dgm:presLayoutVars>
      </dgm:prSet>
      <dgm:spPr/>
    </dgm:pt>
    <dgm:pt modelId="{6785984D-9654-4D48-9FFD-1470C4BB2E71}" type="pres">
      <dgm:prSet presAssocID="{9B52FF34-AC06-4C59-A403-5F1277A42407}" presName="sibTrans" presStyleCnt="0"/>
      <dgm:spPr/>
    </dgm:pt>
    <dgm:pt modelId="{E46B2347-D4FD-4E91-AF0C-302568F5CA68}" type="pres">
      <dgm:prSet presAssocID="{96B7C426-74FB-4E96-BAEE-F360646691B2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11CCA15-6330-4309-8061-6FA6DAB6D0A1}" type="presOf" srcId="{3E82C849-2A12-4963-9DEC-05344E691155}" destId="{9ADD0064-EE1C-4879-9F20-4D8E19CDF471}" srcOrd="0" destOrd="0" presId="urn:microsoft.com/office/officeart/2005/8/layout/hProcess9"/>
    <dgm:cxn modelId="{E82CDA2B-5CEF-4E75-A5B9-5D525376A4DD}" type="presOf" srcId="{33474210-B2FC-48E7-A07F-83FE1D657430}" destId="{649F813F-3386-4279-8A78-9D6745B95CC6}" srcOrd="0" destOrd="0" presId="urn:microsoft.com/office/officeart/2005/8/layout/hProcess9"/>
    <dgm:cxn modelId="{6AC04A94-5017-4F4E-9666-670A83D77FA4}" type="presOf" srcId="{96B7C426-74FB-4E96-BAEE-F360646691B2}" destId="{E46B2347-D4FD-4E91-AF0C-302568F5CA68}" srcOrd="0" destOrd="0" presId="urn:microsoft.com/office/officeart/2005/8/layout/hProcess9"/>
    <dgm:cxn modelId="{0EF54DAC-FB32-4563-8B66-01B38422FAEF}" srcId="{33474210-B2FC-48E7-A07F-83FE1D657430}" destId="{3E82C849-2A12-4963-9DEC-05344E691155}" srcOrd="0" destOrd="0" parTransId="{82A54EED-2491-4BA9-BAFB-E209A36CC46F}" sibTransId="{B856E7AD-C9FF-42F1-9B6C-91A8AA5A9D28}"/>
    <dgm:cxn modelId="{DF62F8C9-12F7-4CE5-92CE-DD4D1227D943}" srcId="{33474210-B2FC-48E7-A07F-83FE1D657430}" destId="{76DDDCE9-82BF-4928-938D-E03C8170A19E}" srcOrd="1" destOrd="0" parTransId="{80DCBCB3-5D0E-4DCA-A4B7-C8D4643D6237}" sibTransId="{9B52FF34-AC06-4C59-A403-5F1277A42407}"/>
    <dgm:cxn modelId="{825B3FE4-A4EC-46CF-B0E5-A614968D40BC}" type="presOf" srcId="{76DDDCE9-82BF-4928-938D-E03C8170A19E}" destId="{FA77A227-0D02-4F7E-B657-854FE184ED7F}" srcOrd="0" destOrd="0" presId="urn:microsoft.com/office/officeart/2005/8/layout/hProcess9"/>
    <dgm:cxn modelId="{AA6FBEFB-7153-4872-BF3B-15CD19CAB274}" srcId="{33474210-B2FC-48E7-A07F-83FE1D657430}" destId="{96B7C426-74FB-4E96-BAEE-F360646691B2}" srcOrd="2" destOrd="0" parTransId="{FC549B2A-0C1B-4F27-A34E-A91080BA6E59}" sibTransId="{4FD62AD8-29F3-4C07-AEA2-17FBBAA7A280}"/>
    <dgm:cxn modelId="{53C1F07F-76B8-4C92-A98C-21AB66D43A9E}" type="presParOf" srcId="{649F813F-3386-4279-8A78-9D6745B95CC6}" destId="{08B1854E-5955-47D2-98BC-F7E833B15BAD}" srcOrd="0" destOrd="0" presId="urn:microsoft.com/office/officeart/2005/8/layout/hProcess9"/>
    <dgm:cxn modelId="{260AEDC1-1517-47B6-AE3B-00598A580214}" type="presParOf" srcId="{649F813F-3386-4279-8A78-9D6745B95CC6}" destId="{1620306E-28F1-4638-838C-39730A96F8CA}" srcOrd="1" destOrd="0" presId="urn:microsoft.com/office/officeart/2005/8/layout/hProcess9"/>
    <dgm:cxn modelId="{60854F80-8FF5-4CAA-831D-C31B4C77AEFE}" type="presParOf" srcId="{1620306E-28F1-4638-838C-39730A96F8CA}" destId="{9ADD0064-EE1C-4879-9F20-4D8E19CDF471}" srcOrd="0" destOrd="0" presId="urn:microsoft.com/office/officeart/2005/8/layout/hProcess9"/>
    <dgm:cxn modelId="{A3689A39-C545-4F46-810A-3E747157A9B2}" type="presParOf" srcId="{1620306E-28F1-4638-838C-39730A96F8CA}" destId="{3C252EB3-8D5C-4AB9-B208-A96F5BE374EE}" srcOrd="1" destOrd="0" presId="urn:microsoft.com/office/officeart/2005/8/layout/hProcess9"/>
    <dgm:cxn modelId="{59A1291E-1AEE-42EF-83CF-2E15EA43B781}" type="presParOf" srcId="{1620306E-28F1-4638-838C-39730A96F8CA}" destId="{FA77A227-0D02-4F7E-B657-854FE184ED7F}" srcOrd="2" destOrd="0" presId="urn:microsoft.com/office/officeart/2005/8/layout/hProcess9"/>
    <dgm:cxn modelId="{24E1B351-C24C-4562-B30D-92262EDE536E}" type="presParOf" srcId="{1620306E-28F1-4638-838C-39730A96F8CA}" destId="{6785984D-9654-4D48-9FFD-1470C4BB2E71}" srcOrd="3" destOrd="0" presId="urn:microsoft.com/office/officeart/2005/8/layout/hProcess9"/>
    <dgm:cxn modelId="{62D30DF5-F562-472D-861B-CCC479FA07BC}" type="presParOf" srcId="{1620306E-28F1-4638-838C-39730A96F8CA}" destId="{E46B2347-D4FD-4E91-AF0C-302568F5CA6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EF55AD-EFB7-4A88-A82A-F39C3933C24D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34B38DE9-851D-48BD-83F2-01B306B7ED45}">
      <dgm:prSet phldrT="[Texto]" custT="1"/>
      <dgm:spPr/>
      <dgm:t>
        <a:bodyPr/>
        <a:lstStyle/>
        <a:p>
          <a:r>
            <a:rPr lang="es-EC" sz="1800" dirty="0"/>
            <a:t>Metodología de gobierno para resultados de desarrollo:</a:t>
          </a:r>
          <a:endParaRPr lang="es-ES" sz="1800" dirty="0">
            <a:solidFill>
              <a:srgbClr val="FF0000"/>
            </a:solidFill>
          </a:endParaRPr>
        </a:p>
      </dgm:t>
    </dgm:pt>
    <dgm:pt modelId="{2EFA3A57-F7CB-444D-9B67-00B1806C4267}" type="parTrans" cxnId="{1BD8190E-C976-4223-A681-6EC0A30A8A1E}">
      <dgm:prSet/>
      <dgm:spPr/>
      <dgm:t>
        <a:bodyPr/>
        <a:lstStyle/>
        <a:p>
          <a:endParaRPr lang="es-ES" sz="1800"/>
        </a:p>
      </dgm:t>
    </dgm:pt>
    <dgm:pt modelId="{41C5B28B-7896-49F8-9353-C60D0206099C}" type="sibTrans" cxnId="{1BD8190E-C976-4223-A681-6EC0A30A8A1E}">
      <dgm:prSet/>
      <dgm:spPr/>
      <dgm:t>
        <a:bodyPr/>
        <a:lstStyle/>
        <a:p>
          <a:endParaRPr lang="es-ES" sz="1800"/>
        </a:p>
      </dgm:t>
    </dgm:pt>
    <dgm:pt modelId="{75562AC4-DE15-4E29-B9F5-D616B874005D}">
      <dgm:prSet phldrT="[Texto]" custT="1"/>
      <dgm:spPr/>
      <dgm:t>
        <a:bodyPr/>
        <a:lstStyle/>
        <a:p>
          <a:r>
            <a:rPr lang="es-ES" sz="1800" dirty="0"/>
            <a:t>Índice de evaluación de implantación de GPRD en GAD</a:t>
          </a:r>
        </a:p>
      </dgm:t>
    </dgm:pt>
    <dgm:pt modelId="{7B3410DA-579A-4D72-95A1-7AD17EA7D443}" type="parTrans" cxnId="{4528B4A7-78FD-4652-A6AD-2A096FE26F8F}">
      <dgm:prSet/>
      <dgm:spPr/>
      <dgm:t>
        <a:bodyPr/>
        <a:lstStyle/>
        <a:p>
          <a:endParaRPr lang="es-ES" sz="1800"/>
        </a:p>
      </dgm:t>
    </dgm:pt>
    <dgm:pt modelId="{876AE970-19C5-4366-B694-2D420EAA3500}" type="sibTrans" cxnId="{4528B4A7-78FD-4652-A6AD-2A096FE26F8F}">
      <dgm:prSet/>
      <dgm:spPr/>
      <dgm:t>
        <a:bodyPr/>
        <a:lstStyle/>
        <a:p>
          <a:endParaRPr lang="es-ES" sz="1800"/>
        </a:p>
      </dgm:t>
    </dgm:pt>
    <dgm:pt modelId="{393B6C22-1604-4368-8807-BBB91459879D}" type="pres">
      <dgm:prSet presAssocID="{CDEF55AD-EFB7-4A88-A82A-F39C3933C24D}" presName="Name0" presStyleCnt="0">
        <dgm:presLayoutVars>
          <dgm:dir/>
          <dgm:animLvl val="lvl"/>
          <dgm:resizeHandles val="exact"/>
        </dgm:presLayoutVars>
      </dgm:prSet>
      <dgm:spPr/>
    </dgm:pt>
    <dgm:pt modelId="{7F982412-B209-4129-8112-E319BBD67ADA}" type="pres">
      <dgm:prSet presAssocID="{34B38DE9-851D-48BD-83F2-01B306B7ED45}" presName="composite" presStyleCnt="0"/>
      <dgm:spPr/>
    </dgm:pt>
    <dgm:pt modelId="{98E88772-9D4E-48BD-B162-D7FD66DC50AA}" type="pres">
      <dgm:prSet presAssocID="{34B38DE9-851D-48BD-83F2-01B306B7ED45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A42B7E84-12EE-4B27-8ED6-78374093090B}" type="pres">
      <dgm:prSet presAssocID="{34B38DE9-851D-48BD-83F2-01B306B7ED45}" presName="desTx" presStyleLbl="alignAccFollowNode1" presStyleIdx="0" presStyleCnt="1" custScaleY="100000">
        <dgm:presLayoutVars>
          <dgm:bulletEnabled val="1"/>
        </dgm:presLayoutVars>
      </dgm:prSet>
      <dgm:spPr/>
    </dgm:pt>
  </dgm:ptLst>
  <dgm:cxnLst>
    <dgm:cxn modelId="{1BD8190E-C976-4223-A681-6EC0A30A8A1E}" srcId="{CDEF55AD-EFB7-4A88-A82A-F39C3933C24D}" destId="{34B38DE9-851D-48BD-83F2-01B306B7ED45}" srcOrd="0" destOrd="0" parTransId="{2EFA3A57-F7CB-444D-9B67-00B1806C4267}" sibTransId="{41C5B28B-7896-49F8-9353-C60D0206099C}"/>
    <dgm:cxn modelId="{AA4F355C-65D4-4B5F-BAF4-EFBA44BB23BB}" type="presOf" srcId="{75562AC4-DE15-4E29-B9F5-D616B874005D}" destId="{A42B7E84-12EE-4B27-8ED6-78374093090B}" srcOrd="0" destOrd="0" presId="urn:microsoft.com/office/officeart/2005/8/layout/hList1"/>
    <dgm:cxn modelId="{0F49837D-75B1-42B1-B7F0-56F571825966}" type="presOf" srcId="{34B38DE9-851D-48BD-83F2-01B306B7ED45}" destId="{98E88772-9D4E-48BD-B162-D7FD66DC50AA}" srcOrd="0" destOrd="0" presId="urn:microsoft.com/office/officeart/2005/8/layout/hList1"/>
    <dgm:cxn modelId="{4528B4A7-78FD-4652-A6AD-2A096FE26F8F}" srcId="{34B38DE9-851D-48BD-83F2-01B306B7ED45}" destId="{75562AC4-DE15-4E29-B9F5-D616B874005D}" srcOrd="0" destOrd="0" parTransId="{7B3410DA-579A-4D72-95A1-7AD17EA7D443}" sibTransId="{876AE970-19C5-4366-B694-2D420EAA3500}"/>
    <dgm:cxn modelId="{B4D2B6ED-1E48-4ABE-874E-3D2F3A2B608C}" type="presOf" srcId="{CDEF55AD-EFB7-4A88-A82A-F39C3933C24D}" destId="{393B6C22-1604-4368-8807-BBB91459879D}" srcOrd="0" destOrd="0" presId="urn:microsoft.com/office/officeart/2005/8/layout/hList1"/>
    <dgm:cxn modelId="{BC101F45-4D27-45AE-A3B0-0B7E122C14AA}" type="presParOf" srcId="{393B6C22-1604-4368-8807-BBB91459879D}" destId="{7F982412-B209-4129-8112-E319BBD67ADA}" srcOrd="0" destOrd="0" presId="urn:microsoft.com/office/officeart/2005/8/layout/hList1"/>
    <dgm:cxn modelId="{DC330DA9-D494-4B92-8631-7A87B46119C7}" type="presParOf" srcId="{7F982412-B209-4129-8112-E319BBD67ADA}" destId="{98E88772-9D4E-48BD-B162-D7FD66DC50AA}" srcOrd="0" destOrd="0" presId="urn:microsoft.com/office/officeart/2005/8/layout/hList1"/>
    <dgm:cxn modelId="{1C939C53-0514-41AC-BD56-5FAEE0D183B5}" type="presParOf" srcId="{7F982412-B209-4129-8112-E319BBD67ADA}" destId="{A42B7E84-12EE-4B27-8ED6-78374093090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94C1FE-EB22-41F0-8F7C-C6C64DC7BCF9}" type="doc">
      <dgm:prSet loTypeId="urn:microsoft.com/office/officeart/2005/8/layout/cycle3" loCatId="cycle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BA010CA8-FF6E-41C3-9CF6-3CC21E07E167}">
      <dgm:prSet phldrT="[Text]" custT="1"/>
      <dgm:spPr/>
      <dgm:t>
        <a:bodyPr/>
        <a:lstStyle/>
        <a:p>
          <a:r>
            <a:rPr lang="es-EC" sz="1800" noProof="0" dirty="0"/>
            <a:t>Planificación para resultados</a:t>
          </a:r>
        </a:p>
      </dgm:t>
    </dgm:pt>
    <dgm:pt modelId="{7EED4CF1-AF4D-41F2-8145-762094C69C99}" type="parTrans" cxnId="{C792D7DC-7F4C-41EA-B435-B28CA434A038}">
      <dgm:prSet/>
      <dgm:spPr/>
      <dgm:t>
        <a:bodyPr/>
        <a:lstStyle/>
        <a:p>
          <a:endParaRPr lang="en-US" sz="1800"/>
        </a:p>
      </dgm:t>
    </dgm:pt>
    <dgm:pt modelId="{64587432-BF6B-4FFD-A981-C26A789918BB}" type="sibTrans" cxnId="{C792D7DC-7F4C-41EA-B435-B28CA434A038}">
      <dgm:prSet/>
      <dgm:spPr>
        <a:solidFill>
          <a:srgbClr val="FBB256"/>
        </a:solidFill>
      </dgm:spPr>
      <dgm:t>
        <a:bodyPr/>
        <a:lstStyle/>
        <a:p>
          <a:endParaRPr lang="en-US" sz="1800"/>
        </a:p>
      </dgm:t>
    </dgm:pt>
    <dgm:pt modelId="{8BCDDADD-6BA6-47E0-9AF7-85ED0BE34B75}">
      <dgm:prSet phldrT="[Text]" custT="1"/>
      <dgm:spPr/>
      <dgm:t>
        <a:bodyPr/>
        <a:lstStyle/>
        <a:p>
          <a:r>
            <a:rPr lang="es-EC" sz="1800" noProof="0" dirty="0"/>
            <a:t>Presupuesto por resultados</a:t>
          </a:r>
        </a:p>
      </dgm:t>
    </dgm:pt>
    <dgm:pt modelId="{A0A5EDCD-DB07-454C-9534-2172D594E041}" type="parTrans" cxnId="{86E1E34F-15C1-4D13-91CB-5E4CEBFA3AC3}">
      <dgm:prSet/>
      <dgm:spPr/>
      <dgm:t>
        <a:bodyPr/>
        <a:lstStyle/>
        <a:p>
          <a:endParaRPr lang="en-US" sz="1800"/>
        </a:p>
      </dgm:t>
    </dgm:pt>
    <dgm:pt modelId="{6CD050C4-43C7-4FEC-82D8-A53CF7F3C233}" type="sibTrans" cxnId="{86E1E34F-15C1-4D13-91CB-5E4CEBFA3AC3}">
      <dgm:prSet/>
      <dgm:spPr/>
      <dgm:t>
        <a:bodyPr/>
        <a:lstStyle/>
        <a:p>
          <a:endParaRPr lang="en-US" sz="1800"/>
        </a:p>
      </dgm:t>
    </dgm:pt>
    <dgm:pt modelId="{2A830842-13E0-4E02-8D97-B4AEED07A1B9}">
      <dgm:prSet phldrT="[Text]" custT="1"/>
      <dgm:spPr/>
      <dgm:t>
        <a:bodyPr/>
        <a:lstStyle/>
        <a:p>
          <a:r>
            <a:rPr lang="es-EC" sz="1800" noProof="0" dirty="0"/>
            <a:t>Gestión financiera, auditoría y adquisiciones</a:t>
          </a:r>
        </a:p>
      </dgm:t>
    </dgm:pt>
    <dgm:pt modelId="{0FF4F397-E5AB-4E9A-AF9A-380B3FB861ED}" type="parTrans" cxnId="{FB72A547-A4FE-49CE-9D93-8ABDD4A9442D}">
      <dgm:prSet/>
      <dgm:spPr/>
      <dgm:t>
        <a:bodyPr/>
        <a:lstStyle/>
        <a:p>
          <a:endParaRPr lang="en-US" sz="1800"/>
        </a:p>
      </dgm:t>
    </dgm:pt>
    <dgm:pt modelId="{96843834-FAB0-4A32-AFBE-8706086EAA18}" type="sibTrans" cxnId="{FB72A547-A4FE-49CE-9D93-8ABDD4A9442D}">
      <dgm:prSet/>
      <dgm:spPr/>
      <dgm:t>
        <a:bodyPr/>
        <a:lstStyle/>
        <a:p>
          <a:endParaRPr lang="en-US" sz="1800"/>
        </a:p>
      </dgm:t>
    </dgm:pt>
    <dgm:pt modelId="{EB57DA24-5005-4781-BE59-DB0AAA839EEC}">
      <dgm:prSet phldrT="[Text]" custT="1"/>
      <dgm:spPr/>
      <dgm:t>
        <a:bodyPr/>
        <a:lstStyle/>
        <a:p>
          <a:r>
            <a:rPr lang="es-EC" sz="1800" noProof="0" dirty="0"/>
            <a:t>Gestión de programas y proyectos</a:t>
          </a:r>
        </a:p>
      </dgm:t>
    </dgm:pt>
    <dgm:pt modelId="{B2AA76AF-7922-4AF6-A61D-35384CABEC1E}" type="parTrans" cxnId="{FCF21AC1-EB63-447C-9605-388F1EE3BECE}">
      <dgm:prSet/>
      <dgm:spPr/>
      <dgm:t>
        <a:bodyPr/>
        <a:lstStyle/>
        <a:p>
          <a:endParaRPr lang="en-US" sz="1800"/>
        </a:p>
      </dgm:t>
    </dgm:pt>
    <dgm:pt modelId="{63F509AF-F783-497F-BFAF-3762B6804B73}" type="sibTrans" cxnId="{FCF21AC1-EB63-447C-9605-388F1EE3BECE}">
      <dgm:prSet/>
      <dgm:spPr/>
      <dgm:t>
        <a:bodyPr/>
        <a:lstStyle/>
        <a:p>
          <a:endParaRPr lang="en-US" sz="1800"/>
        </a:p>
      </dgm:t>
    </dgm:pt>
    <dgm:pt modelId="{5896E9EB-C67F-4D28-A3FF-506CF6CB97C7}">
      <dgm:prSet phldrT="[Text]" custT="1"/>
      <dgm:spPr/>
      <dgm:t>
        <a:bodyPr/>
        <a:lstStyle/>
        <a:p>
          <a:r>
            <a:rPr lang="es-EC" sz="1800" noProof="0" dirty="0"/>
            <a:t>Seguimiento y evaluación</a:t>
          </a:r>
        </a:p>
      </dgm:t>
    </dgm:pt>
    <dgm:pt modelId="{7E987E3C-A0E0-4B60-8E90-3CF894E31175}" type="parTrans" cxnId="{BA1D4EA0-5C06-4BA2-AE10-1C419055D3A5}">
      <dgm:prSet/>
      <dgm:spPr/>
      <dgm:t>
        <a:bodyPr/>
        <a:lstStyle/>
        <a:p>
          <a:endParaRPr lang="en-US" sz="1800"/>
        </a:p>
      </dgm:t>
    </dgm:pt>
    <dgm:pt modelId="{D7165EE4-7399-49A9-A9AE-20F72885D242}" type="sibTrans" cxnId="{BA1D4EA0-5C06-4BA2-AE10-1C419055D3A5}">
      <dgm:prSet/>
      <dgm:spPr/>
      <dgm:t>
        <a:bodyPr/>
        <a:lstStyle/>
        <a:p>
          <a:endParaRPr lang="en-US" sz="1800"/>
        </a:p>
      </dgm:t>
    </dgm:pt>
    <dgm:pt modelId="{6449DFD8-A8D7-4B81-9B05-19410F5FE7CC}" type="pres">
      <dgm:prSet presAssocID="{7B94C1FE-EB22-41F0-8F7C-C6C64DC7BCF9}" presName="Name0" presStyleCnt="0">
        <dgm:presLayoutVars>
          <dgm:dir/>
          <dgm:resizeHandles val="exact"/>
        </dgm:presLayoutVars>
      </dgm:prSet>
      <dgm:spPr/>
    </dgm:pt>
    <dgm:pt modelId="{B9F944F7-6784-4178-A3E8-CCD51C2CB3CC}" type="pres">
      <dgm:prSet presAssocID="{7B94C1FE-EB22-41F0-8F7C-C6C64DC7BCF9}" presName="cycle" presStyleCnt="0"/>
      <dgm:spPr/>
    </dgm:pt>
    <dgm:pt modelId="{7E8B734B-43E9-4A6E-83C2-2A3384700CB9}" type="pres">
      <dgm:prSet presAssocID="{BA010CA8-FF6E-41C3-9CF6-3CC21E07E167}" presName="nodeFirstNode" presStyleLbl="node1" presStyleIdx="0" presStyleCnt="5">
        <dgm:presLayoutVars>
          <dgm:bulletEnabled val="1"/>
        </dgm:presLayoutVars>
      </dgm:prSet>
      <dgm:spPr/>
    </dgm:pt>
    <dgm:pt modelId="{31F4B14C-380D-496C-B0F2-EA4DC2646974}" type="pres">
      <dgm:prSet presAssocID="{64587432-BF6B-4FFD-A981-C26A789918BB}" presName="sibTransFirstNode" presStyleLbl="bgShp" presStyleIdx="0" presStyleCnt="1"/>
      <dgm:spPr/>
    </dgm:pt>
    <dgm:pt modelId="{4AF49A14-9F97-4449-8B68-06359D1426FB}" type="pres">
      <dgm:prSet presAssocID="{8BCDDADD-6BA6-47E0-9AF7-85ED0BE34B75}" presName="nodeFollowingNodes" presStyleLbl="node1" presStyleIdx="1" presStyleCnt="5">
        <dgm:presLayoutVars>
          <dgm:bulletEnabled val="1"/>
        </dgm:presLayoutVars>
      </dgm:prSet>
      <dgm:spPr/>
    </dgm:pt>
    <dgm:pt modelId="{48F41243-695C-413E-8E46-9A3C09CC36FE}" type="pres">
      <dgm:prSet presAssocID="{2A830842-13E0-4E02-8D97-B4AEED07A1B9}" presName="nodeFollowingNodes" presStyleLbl="node1" presStyleIdx="2" presStyleCnt="5">
        <dgm:presLayoutVars>
          <dgm:bulletEnabled val="1"/>
        </dgm:presLayoutVars>
      </dgm:prSet>
      <dgm:spPr/>
    </dgm:pt>
    <dgm:pt modelId="{C253326C-F0D8-4034-B261-07CD6350FBB5}" type="pres">
      <dgm:prSet presAssocID="{EB57DA24-5005-4781-BE59-DB0AAA839EEC}" presName="nodeFollowingNodes" presStyleLbl="node1" presStyleIdx="3" presStyleCnt="5">
        <dgm:presLayoutVars>
          <dgm:bulletEnabled val="1"/>
        </dgm:presLayoutVars>
      </dgm:prSet>
      <dgm:spPr/>
    </dgm:pt>
    <dgm:pt modelId="{DE4C7066-109B-402A-82CB-F984F0A24DA3}" type="pres">
      <dgm:prSet presAssocID="{5896E9EB-C67F-4D28-A3FF-506CF6CB97C7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0A9E7D21-D8A8-4C92-A953-CAC298E9F3BD}" type="presOf" srcId="{BA010CA8-FF6E-41C3-9CF6-3CC21E07E167}" destId="{7E8B734B-43E9-4A6E-83C2-2A3384700CB9}" srcOrd="0" destOrd="0" presId="urn:microsoft.com/office/officeart/2005/8/layout/cycle3"/>
    <dgm:cxn modelId="{2BC40363-5F27-40F9-ADB7-81729BFF3071}" type="presOf" srcId="{EB57DA24-5005-4781-BE59-DB0AAA839EEC}" destId="{C253326C-F0D8-4034-B261-07CD6350FBB5}" srcOrd="0" destOrd="0" presId="urn:microsoft.com/office/officeart/2005/8/layout/cycle3"/>
    <dgm:cxn modelId="{FB72A547-A4FE-49CE-9D93-8ABDD4A9442D}" srcId="{7B94C1FE-EB22-41F0-8F7C-C6C64DC7BCF9}" destId="{2A830842-13E0-4E02-8D97-B4AEED07A1B9}" srcOrd="2" destOrd="0" parTransId="{0FF4F397-E5AB-4E9A-AF9A-380B3FB861ED}" sibTransId="{96843834-FAB0-4A32-AFBE-8706086EAA18}"/>
    <dgm:cxn modelId="{DDFF624E-25A7-439D-8CE9-FC0D10313B33}" type="presOf" srcId="{7B94C1FE-EB22-41F0-8F7C-C6C64DC7BCF9}" destId="{6449DFD8-A8D7-4B81-9B05-19410F5FE7CC}" srcOrd="0" destOrd="0" presId="urn:microsoft.com/office/officeart/2005/8/layout/cycle3"/>
    <dgm:cxn modelId="{86E1E34F-15C1-4D13-91CB-5E4CEBFA3AC3}" srcId="{7B94C1FE-EB22-41F0-8F7C-C6C64DC7BCF9}" destId="{8BCDDADD-6BA6-47E0-9AF7-85ED0BE34B75}" srcOrd="1" destOrd="0" parTransId="{A0A5EDCD-DB07-454C-9534-2172D594E041}" sibTransId="{6CD050C4-43C7-4FEC-82D8-A53CF7F3C233}"/>
    <dgm:cxn modelId="{10E35470-1576-45C0-996C-A52F6A2F828C}" type="presOf" srcId="{5896E9EB-C67F-4D28-A3FF-506CF6CB97C7}" destId="{DE4C7066-109B-402A-82CB-F984F0A24DA3}" srcOrd="0" destOrd="0" presId="urn:microsoft.com/office/officeart/2005/8/layout/cycle3"/>
    <dgm:cxn modelId="{BA1D4EA0-5C06-4BA2-AE10-1C419055D3A5}" srcId="{7B94C1FE-EB22-41F0-8F7C-C6C64DC7BCF9}" destId="{5896E9EB-C67F-4D28-A3FF-506CF6CB97C7}" srcOrd="4" destOrd="0" parTransId="{7E987E3C-A0E0-4B60-8E90-3CF894E31175}" sibTransId="{D7165EE4-7399-49A9-A9AE-20F72885D242}"/>
    <dgm:cxn modelId="{6C663EB9-4AB5-43A0-9790-170B0260ADFD}" type="presOf" srcId="{2A830842-13E0-4E02-8D97-B4AEED07A1B9}" destId="{48F41243-695C-413E-8E46-9A3C09CC36FE}" srcOrd="0" destOrd="0" presId="urn:microsoft.com/office/officeart/2005/8/layout/cycle3"/>
    <dgm:cxn modelId="{FCF21AC1-EB63-447C-9605-388F1EE3BECE}" srcId="{7B94C1FE-EB22-41F0-8F7C-C6C64DC7BCF9}" destId="{EB57DA24-5005-4781-BE59-DB0AAA839EEC}" srcOrd="3" destOrd="0" parTransId="{B2AA76AF-7922-4AF6-A61D-35384CABEC1E}" sibTransId="{63F509AF-F783-497F-BFAF-3762B6804B73}"/>
    <dgm:cxn modelId="{C33CBFC6-5CA6-4DC2-8E4E-AF25CC8A3D61}" type="presOf" srcId="{8BCDDADD-6BA6-47E0-9AF7-85ED0BE34B75}" destId="{4AF49A14-9F97-4449-8B68-06359D1426FB}" srcOrd="0" destOrd="0" presId="urn:microsoft.com/office/officeart/2005/8/layout/cycle3"/>
    <dgm:cxn modelId="{C792D7DC-7F4C-41EA-B435-B28CA434A038}" srcId="{7B94C1FE-EB22-41F0-8F7C-C6C64DC7BCF9}" destId="{BA010CA8-FF6E-41C3-9CF6-3CC21E07E167}" srcOrd="0" destOrd="0" parTransId="{7EED4CF1-AF4D-41F2-8145-762094C69C99}" sibTransId="{64587432-BF6B-4FFD-A981-C26A789918BB}"/>
    <dgm:cxn modelId="{1772A1EC-923E-45A5-803A-21F72E691FD3}" type="presOf" srcId="{64587432-BF6B-4FFD-A981-C26A789918BB}" destId="{31F4B14C-380D-496C-B0F2-EA4DC2646974}" srcOrd="0" destOrd="0" presId="urn:microsoft.com/office/officeart/2005/8/layout/cycle3"/>
    <dgm:cxn modelId="{2F38E428-FBBB-44DB-80A0-4DAD69B761ED}" type="presParOf" srcId="{6449DFD8-A8D7-4B81-9B05-19410F5FE7CC}" destId="{B9F944F7-6784-4178-A3E8-CCD51C2CB3CC}" srcOrd="0" destOrd="0" presId="urn:microsoft.com/office/officeart/2005/8/layout/cycle3"/>
    <dgm:cxn modelId="{09AF48B3-3F4C-4732-A3C3-5635E330F96D}" type="presParOf" srcId="{B9F944F7-6784-4178-A3E8-CCD51C2CB3CC}" destId="{7E8B734B-43E9-4A6E-83C2-2A3384700CB9}" srcOrd="0" destOrd="0" presId="urn:microsoft.com/office/officeart/2005/8/layout/cycle3"/>
    <dgm:cxn modelId="{47C4958D-3D3C-4FCA-AC3E-B022CCEE776E}" type="presParOf" srcId="{B9F944F7-6784-4178-A3E8-CCD51C2CB3CC}" destId="{31F4B14C-380D-496C-B0F2-EA4DC2646974}" srcOrd="1" destOrd="0" presId="urn:microsoft.com/office/officeart/2005/8/layout/cycle3"/>
    <dgm:cxn modelId="{66B84F0A-5515-416F-B48C-64833B1E532E}" type="presParOf" srcId="{B9F944F7-6784-4178-A3E8-CCD51C2CB3CC}" destId="{4AF49A14-9F97-4449-8B68-06359D1426FB}" srcOrd="2" destOrd="0" presId="urn:microsoft.com/office/officeart/2005/8/layout/cycle3"/>
    <dgm:cxn modelId="{B42D498C-1F0B-48BE-A34F-24FD59CD4B3F}" type="presParOf" srcId="{B9F944F7-6784-4178-A3E8-CCD51C2CB3CC}" destId="{48F41243-695C-413E-8E46-9A3C09CC36FE}" srcOrd="3" destOrd="0" presId="urn:microsoft.com/office/officeart/2005/8/layout/cycle3"/>
    <dgm:cxn modelId="{9EC31D33-4070-4FD1-85B9-9E990EF51FBC}" type="presParOf" srcId="{B9F944F7-6784-4178-A3E8-CCD51C2CB3CC}" destId="{C253326C-F0D8-4034-B261-07CD6350FBB5}" srcOrd="4" destOrd="0" presId="urn:microsoft.com/office/officeart/2005/8/layout/cycle3"/>
    <dgm:cxn modelId="{C2EB3E88-3E9C-4ABF-9E22-8E74ACAC61BA}" type="presParOf" srcId="{B9F944F7-6784-4178-A3E8-CCD51C2CB3CC}" destId="{DE4C7066-109B-402A-82CB-F984F0A24DA3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60E47D-2699-4B2D-8533-9A6A7537C921}" type="doc">
      <dgm:prSet loTypeId="urn:microsoft.com/office/officeart/2005/8/layout/pyramid3" loCatId="pyramid" qsTypeId="urn:microsoft.com/office/officeart/2005/8/quickstyle/simple1" qsCatId="simple" csTypeId="urn:microsoft.com/office/officeart/2005/8/colors/accent0_1" csCatId="mainScheme" phldr="1"/>
      <dgm:spPr/>
    </dgm:pt>
    <dgm:pt modelId="{B3BAE9EA-C565-41D7-8C41-971C58879899}">
      <dgm:prSet phldrT="[Texto]" custT="1"/>
      <dgm:spPr/>
      <dgm:t>
        <a:bodyPr/>
        <a:lstStyle/>
        <a:p>
          <a:pPr algn="ctr"/>
          <a:r>
            <a:rPr lang="es-ES" sz="1600" b="1" dirty="0" err="1"/>
            <a:t>Macroproceso</a:t>
          </a:r>
          <a:r>
            <a:rPr lang="es-ES" sz="1600" b="1" dirty="0"/>
            <a:t> </a:t>
          </a:r>
        </a:p>
      </dgm:t>
    </dgm:pt>
    <dgm:pt modelId="{210F3C31-4B0D-4A48-9733-39A45BD5243E}" type="parTrans" cxnId="{B02FE1EB-F47F-4BDD-A9B8-919B1936B307}">
      <dgm:prSet/>
      <dgm:spPr/>
      <dgm:t>
        <a:bodyPr/>
        <a:lstStyle/>
        <a:p>
          <a:pPr algn="ctr"/>
          <a:endParaRPr lang="es-ES" sz="1800" b="1"/>
        </a:p>
      </dgm:t>
    </dgm:pt>
    <dgm:pt modelId="{AA030578-C5C2-4ADD-BDD8-46B5EE91ED13}" type="sibTrans" cxnId="{B02FE1EB-F47F-4BDD-A9B8-919B1936B307}">
      <dgm:prSet/>
      <dgm:spPr/>
      <dgm:t>
        <a:bodyPr/>
        <a:lstStyle/>
        <a:p>
          <a:pPr algn="ctr"/>
          <a:endParaRPr lang="es-ES" sz="1800" b="1"/>
        </a:p>
      </dgm:t>
    </dgm:pt>
    <dgm:pt modelId="{80DC42B2-C920-47F2-AF28-AAE26D84731B}">
      <dgm:prSet phldrT="[Texto]" custT="1"/>
      <dgm:spPr/>
      <dgm:t>
        <a:bodyPr/>
        <a:lstStyle/>
        <a:p>
          <a:pPr algn="ctr"/>
          <a:r>
            <a:rPr lang="es-ES" sz="1600" b="1" dirty="0"/>
            <a:t>Procesos</a:t>
          </a:r>
        </a:p>
      </dgm:t>
    </dgm:pt>
    <dgm:pt modelId="{FF67FB45-984C-4DFA-B0DC-A730F7619622}" type="parTrans" cxnId="{E4A0E4FD-F2C5-4CC0-A206-1D5BEF6115CA}">
      <dgm:prSet/>
      <dgm:spPr/>
      <dgm:t>
        <a:bodyPr/>
        <a:lstStyle/>
        <a:p>
          <a:pPr algn="ctr"/>
          <a:endParaRPr lang="es-ES" sz="1800" b="1"/>
        </a:p>
      </dgm:t>
    </dgm:pt>
    <dgm:pt modelId="{2BDB99CD-3249-4897-B438-98F774D678B8}" type="sibTrans" cxnId="{E4A0E4FD-F2C5-4CC0-A206-1D5BEF6115CA}">
      <dgm:prSet/>
      <dgm:spPr/>
      <dgm:t>
        <a:bodyPr/>
        <a:lstStyle/>
        <a:p>
          <a:pPr algn="ctr"/>
          <a:endParaRPr lang="es-ES" sz="1800" b="1"/>
        </a:p>
      </dgm:t>
    </dgm:pt>
    <dgm:pt modelId="{664A841A-6ABD-4DF6-8B35-5D2B02434744}">
      <dgm:prSet phldrT="[Texto]" custT="1"/>
      <dgm:spPr/>
      <dgm:t>
        <a:bodyPr/>
        <a:lstStyle/>
        <a:p>
          <a:pPr algn="ctr"/>
          <a:r>
            <a:rPr lang="es-ES" sz="1600" b="1" dirty="0"/>
            <a:t>Procedimientos</a:t>
          </a:r>
        </a:p>
        <a:p>
          <a:pPr algn="ctr"/>
          <a:endParaRPr lang="es-ES" sz="1400" b="1" dirty="0"/>
        </a:p>
      </dgm:t>
    </dgm:pt>
    <dgm:pt modelId="{B48A7C21-8C40-4CC6-8F79-527D16555655}" type="sibTrans" cxnId="{CA4E3CB4-3BA9-4081-988A-C1B97A770F18}">
      <dgm:prSet/>
      <dgm:spPr/>
      <dgm:t>
        <a:bodyPr/>
        <a:lstStyle/>
        <a:p>
          <a:pPr algn="ctr"/>
          <a:endParaRPr lang="es-ES" sz="1800" b="1"/>
        </a:p>
      </dgm:t>
    </dgm:pt>
    <dgm:pt modelId="{9EB18759-7A66-401F-8488-28725045289A}" type="parTrans" cxnId="{CA4E3CB4-3BA9-4081-988A-C1B97A770F18}">
      <dgm:prSet/>
      <dgm:spPr/>
      <dgm:t>
        <a:bodyPr/>
        <a:lstStyle/>
        <a:p>
          <a:pPr algn="ctr"/>
          <a:endParaRPr lang="es-ES" sz="1800" b="1"/>
        </a:p>
      </dgm:t>
    </dgm:pt>
    <dgm:pt modelId="{2E6C0716-6FD0-4DA5-97D1-CEBC216351F9}">
      <dgm:prSet phldrT="[Texto]" custT="1"/>
      <dgm:spPr/>
      <dgm:t>
        <a:bodyPr/>
        <a:lstStyle/>
        <a:p>
          <a:pPr algn="ctr"/>
          <a:r>
            <a:rPr lang="es-ES" sz="1600" b="1" dirty="0"/>
            <a:t>Subprocesos</a:t>
          </a:r>
        </a:p>
      </dgm:t>
    </dgm:pt>
    <dgm:pt modelId="{A6B398CC-0617-41F9-B615-FF6BEF9C481E}" type="sibTrans" cxnId="{31F4DD02-F42C-4469-918C-302C3135800B}">
      <dgm:prSet/>
      <dgm:spPr/>
      <dgm:t>
        <a:bodyPr/>
        <a:lstStyle/>
        <a:p>
          <a:pPr algn="ctr"/>
          <a:endParaRPr lang="es-ES" sz="1800" b="1"/>
        </a:p>
      </dgm:t>
    </dgm:pt>
    <dgm:pt modelId="{694F055B-750E-4E07-B640-12797749F8F0}" type="parTrans" cxnId="{31F4DD02-F42C-4469-918C-302C3135800B}">
      <dgm:prSet/>
      <dgm:spPr/>
      <dgm:t>
        <a:bodyPr/>
        <a:lstStyle/>
        <a:p>
          <a:pPr algn="ctr"/>
          <a:endParaRPr lang="es-ES" sz="1800" b="1"/>
        </a:p>
      </dgm:t>
    </dgm:pt>
    <dgm:pt modelId="{8B71821E-7D4C-4964-B577-424825174E71}" type="pres">
      <dgm:prSet presAssocID="{1360E47D-2699-4B2D-8533-9A6A7537C921}" presName="Name0" presStyleCnt="0">
        <dgm:presLayoutVars>
          <dgm:dir/>
          <dgm:animLvl val="lvl"/>
          <dgm:resizeHandles val="exact"/>
        </dgm:presLayoutVars>
      </dgm:prSet>
      <dgm:spPr/>
    </dgm:pt>
    <dgm:pt modelId="{10306629-F096-47EB-BB4C-AB61267363ED}" type="pres">
      <dgm:prSet presAssocID="{B3BAE9EA-C565-41D7-8C41-971C58879899}" presName="Name8" presStyleCnt="0"/>
      <dgm:spPr/>
    </dgm:pt>
    <dgm:pt modelId="{918A90C6-452B-4E26-9DD9-E13656EC19B7}" type="pres">
      <dgm:prSet presAssocID="{B3BAE9EA-C565-41D7-8C41-971C58879899}" presName="level" presStyleLbl="node1" presStyleIdx="0" presStyleCnt="4" custLinFactNeighborX="-10892" custLinFactNeighborY="-49273">
        <dgm:presLayoutVars>
          <dgm:chMax val="1"/>
          <dgm:bulletEnabled val="1"/>
        </dgm:presLayoutVars>
      </dgm:prSet>
      <dgm:spPr/>
    </dgm:pt>
    <dgm:pt modelId="{03F350CA-9F6D-4C22-BFB4-7A8657D10426}" type="pres">
      <dgm:prSet presAssocID="{B3BAE9EA-C565-41D7-8C41-971C5887989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D63B59F-4A53-4AE1-95BA-C0E1FD903705}" type="pres">
      <dgm:prSet presAssocID="{80DC42B2-C920-47F2-AF28-AAE26D84731B}" presName="Name8" presStyleCnt="0"/>
      <dgm:spPr/>
    </dgm:pt>
    <dgm:pt modelId="{09A1C5D8-2EF5-476E-92CB-EE565A30E3DF}" type="pres">
      <dgm:prSet presAssocID="{80DC42B2-C920-47F2-AF28-AAE26D84731B}" presName="level" presStyleLbl="node1" presStyleIdx="1" presStyleCnt="4">
        <dgm:presLayoutVars>
          <dgm:chMax val="1"/>
          <dgm:bulletEnabled val="1"/>
        </dgm:presLayoutVars>
      </dgm:prSet>
      <dgm:spPr/>
    </dgm:pt>
    <dgm:pt modelId="{F611620E-A9FA-4216-8567-0B62A401AB94}" type="pres">
      <dgm:prSet presAssocID="{80DC42B2-C920-47F2-AF28-AAE26D84731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4AB68DD-5585-4F63-BB29-5C5F92990333}" type="pres">
      <dgm:prSet presAssocID="{2E6C0716-6FD0-4DA5-97D1-CEBC216351F9}" presName="Name8" presStyleCnt="0"/>
      <dgm:spPr/>
    </dgm:pt>
    <dgm:pt modelId="{B7D96571-9BF2-469C-9BAC-7AB70D090A71}" type="pres">
      <dgm:prSet presAssocID="{2E6C0716-6FD0-4DA5-97D1-CEBC216351F9}" presName="level" presStyleLbl="node1" presStyleIdx="2" presStyleCnt="4">
        <dgm:presLayoutVars>
          <dgm:chMax val="1"/>
          <dgm:bulletEnabled val="1"/>
        </dgm:presLayoutVars>
      </dgm:prSet>
      <dgm:spPr/>
    </dgm:pt>
    <dgm:pt modelId="{C4790F31-D498-4A8E-A1E9-A107820BCCCC}" type="pres">
      <dgm:prSet presAssocID="{2E6C0716-6FD0-4DA5-97D1-CEBC216351F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EBF24CA-387A-46BE-BC6E-01D94D20CB44}" type="pres">
      <dgm:prSet presAssocID="{664A841A-6ABD-4DF6-8B35-5D2B02434744}" presName="Name8" presStyleCnt="0"/>
      <dgm:spPr/>
    </dgm:pt>
    <dgm:pt modelId="{91DFA1B0-215B-4241-9208-FD18229A4B62}" type="pres">
      <dgm:prSet presAssocID="{664A841A-6ABD-4DF6-8B35-5D2B02434744}" presName="level" presStyleLbl="node1" presStyleIdx="3" presStyleCnt="4" custScaleX="108253">
        <dgm:presLayoutVars>
          <dgm:chMax val="1"/>
          <dgm:bulletEnabled val="1"/>
        </dgm:presLayoutVars>
      </dgm:prSet>
      <dgm:spPr/>
    </dgm:pt>
    <dgm:pt modelId="{C80F8AAF-CBA1-4BB5-B6D0-A54C2C854B30}" type="pres">
      <dgm:prSet presAssocID="{664A841A-6ABD-4DF6-8B35-5D2B0243474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31F4DD02-F42C-4469-918C-302C3135800B}" srcId="{1360E47D-2699-4B2D-8533-9A6A7537C921}" destId="{2E6C0716-6FD0-4DA5-97D1-CEBC216351F9}" srcOrd="2" destOrd="0" parTransId="{694F055B-750E-4E07-B640-12797749F8F0}" sibTransId="{A6B398CC-0617-41F9-B615-FF6BEF9C481E}"/>
    <dgm:cxn modelId="{5100BB2D-B01F-4F7B-826B-775063C404AF}" type="presOf" srcId="{80DC42B2-C920-47F2-AF28-AAE26D84731B}" destId="{09A1C5D8-2EF5-476E-92CB-EE565A30E3DF}" srcOrd="0" destOrd="0" presId="urn:microsoft.com/office/officeart/2005/8/layout/pyramid3"/>
    <dgm:cxn modelId="{F239482F-D5ED-47EC-96E0-271A3E607952}" type="presOf" srcId="{B3BAE9EA-C565-41D7-8C41-971C58879899}" destId="{918A90C6-452B-4E26-9DD9-E13656EC19B7}" srcOrd="0" destOrd="0" presId="urn:microsoft.com/office/officeart/2005/8/layout/pyramid3"/>
    <dgm:cxn modelId="{3E586B3B-E8FA-4437-A460-2373FA00A06A}" type="presOf" srcId="{2E6C0716-6FD0-4DA5-97D1-CEBC216351F9}" destId="{C4790F31-D498-4A8E-A1E9-A107820BCCCC}" srcOrd="1" destOrd="0" presId="urn:microsoft.com/office/officeart/2005/8/layout/pyramid3"/>
    <dgm:cxn modelId="{930A266A-0682-456E-A63D-0BC9318E94C9}" type="presOf" srcId="{664A841A-6ABD-4DF6-8B35-5D2B02434744}" destId="{C80F8AAF-CBA1-4BB5-B6D0-A54C2C854B30}" srcOrd="1" destOrd="0" presId="urn:microsoft.com/office/officeart/2005/8/layout/pyramid3"/>
    <dgm:cxn modelId="{27F33A7C-796C-431B-85F5-23AF009F547C}" type="presOf" srcId="{80DC42B2-C920-47F2-AF28-AAE26D84731B}" destId="{F611620E-A9FA-4216-8567-0B62A401AB94}" srcOrd="1" destOrd="0" presId="urn:microsoft.com/office/officeart/2005/8/layout/pyramid3"/>
    <dgm:cxn modelId="{4CCA9A81-B8FE-4DCA-90B7-F496A54233D0}" type="presOf" srcId="{1360E47D-2699-4B2D-8533-9A6A7537C921}" destId="{8B71821E-7D4C-4964-B577-424825174E71}" srcOrd="0" destOrd="0" presId="urn:microsoft.com/office/officeart/2005/8/layout/pyramid3"/>
    <dgm:cxn modelId="{53B2E78C-58DD-4A89-8278-3301E3F8637F}" type="presOf" srcId="{B3BAE9EA-C565-41D7-8C41-971C58879899}" destId="{03F350CA-9F6D-4C22-BFB4-7A8657D10426}" srcOrd="1" destOrd="0" presId="urn:microsoft.com/office/officeart/2005/8/layout/pyramid3"/>
    <dgm:cxn modelId="{CA4E3CB4-3BA9-4081-988A-C1B97A770F18}" srcId="{1360E47D-2699-4B2D-8533-9A6A7537C921}" destId="{664A841A-6ABD-4DF6-8B35-5D2B02434744}" srcOrd="3" destOrd="0" parTransId="{9EB18759-7A66-401F-8488-28725045289A}" sibTransId="{B48A7C21-8C40-4CC6-8F79-527D16555655}"/>
    <dgm:cxn modelId="{025426BD-DE56-4B52-A745-AF84AD2827EF}" type="presOf" srcId="{664A841A-6ABD-4DF6-8B35-5D2B02434744}" destId="{91DFA1B0-215B-4241-9208-FD18229A4B62}" srcOrd="0" destOrd="0" presId="urn:microsoft.com/office/officeart/2005/8/layout/pyramid3"/>
    <dgm:cxn modelId="{B02FE1EB-F47F-4BDD-A9B8-919B1936B307}" srcId="{1360E47D-2699-4B2D-8533-9A6A7537C921}" destId="{B3BAE9EA-C565-41D7-8C41-971C58879899}" srcOrd="0" destOrd="0" parTransId="{210F3C31-4B0D-4A48-9733-39A45BD5243E}" sibTransId="{AA030578-C5C2-4ADD-BDD8-46B5EE91ED13}"/>
    <dgm:cxn modelId="{D47741FA-6B8F-4925-B1C4-8ACF0AD24D2E}" type="presOf" srcId="{2E6C0716-6FD0-4DA5-97D1-CEBC216351F9}" destId="{B7D96571-9BF2-469C-9BAC-7AB70D090A71}" srcOrd="0" destOrd="0" presId="urn:microsoft.com/office/officeart/2005/8/layout/pyramid3"/>
    <dgm:cxn modelId="{E4A0E4FD-F2C5-4CC0-A206-1D5BEF6115CA}" srcId="{1360E47D-2699-4B2D-8533-9A6A7537C921}" destId="{80DC42B2-C920-47F2-AF28-AAE26D84731B}" srcOrd="1" destOrd="0" parTransId="{FF67FB45-984C-4DFA-B0DC-A730F7619622}" sibTransId="{2BDB99CD-3249-4897-B438-98F774D678B8}"/>
    <dgm:cxn modelId="{BD9C7997-FC21-4597-B6AF-2EE140B7E5BE}" type="presParOf" srcId="{8B71821E-7D4C-4964-B577-424825174E71}" destId="{10306629-F096-47EB-BB4C-AB61267363ED}" srcOrd="0" destOrd="0" presId="urn:microsoft.com/office/officeart/2005/8/layout/pyramid3"/>
    <dgm:cxn modelId="{05AAAA22-A217-4653-B1B2-CD0372A206B2}" type="presParOf" srcId="{10306629-F096-47EB-BB4C-AB61267363ED}" destId="{918A90C6-452B-4E26-9DD9-E13656EC19B7}" srcOrd="0" destOrd="0" presId="urn:microsoft.com/office/officeart/2005/8/layout/pyramid3"/>
    <dgm:cxn modelId="{370E9FEC-F4FA-4C7C-A70A-E974E8A12C26}" type="presParOf" srcId="{10306629-F096-47EB-BB4C-AB61267363ED}" destId="{03F350CA-9F6D-4C22-BFB4-7A8657D10426}" srcOrd="1" destOrd="0" presId="urn:microsoft.com/office/officeart/2005/8/layout/pyramid3"/>
    <dgm:cxn modelId="{1B3B7A20-A43B-47B4-8E4D-D55895D847CC}" type="presParOf" srcId="{8B71821E-7D4C-4964-B577-424825174E71}" destId="{7D63B59F-4A53-4AE1-95BA-C0E1FD903705}" srcOrd="1" destOrd="0" presId="urn:microsoft.com/office/officeart/2005/8/layout/pyramid3"/>
    <dgm:cxn modelId="{56FC13B5-B9C5-4CE6-BA25-7D028541EC4D}" type="presParOf" srcId="{7D63B59F-4A53-4AE1-95BA-C0E1FD903705}" destId="{09A1C5D8-2EF5-476E-92CB-EE565A30E3DF}" srcOrd="0" destOrd="0" presId="urn:microsoft.com/office/officeart/2005/8/layout/pyramid3"/>
    <dgm:cxn modelId="{78695542-C976-4969-B129-4DC0DF81551F}" type="presParOf" srcId="{7D63B59F-4A53-4AE1-95BA-C0E1FD903705}" destId="{F611620E-A9FA-4216-8567-0B62A401AB94}" srcOrd="1" destOrd="0" presId="urn:microsoft.com/office/officeart/2005/8/layout/pyramid3"/>
    <dgm:cxn modelId="{7FE1803A-D94F-4649-8034-BA4F906010FB}" type="presParOf" srcId="{8B71821E-7D4C-4964-B577-424825174E71}" destId="{84AB68DD-5585-4F63-BB29-5C5F92990333}" srcOrd="2" destOrd="0" presId="urn:microsoft.com/office/officeart/2005/8/layout/pyramid3"/>
    <dgm:cxn modelId="{E390748E-A8FF-4E09-BEBD-A6D0B1054E7F}" type="presParOf" srcId="{84AB68DD-5585-4F63-BB29-5C5F92990333}" destId="{B7D96571-9BF2-469C-9BAC-7AB70D090A71}" srcOrd="0" destOrd="0" presId="urn:microsoft.com/office/officeart/2005/8/layout/pyramid3"/>
    <dgm:cxn modelId="{BA2059A5-7C7A-4E18-A6B9-7A2BC65D18DF}" type="presParOf" srcId="{84AB68DD-5585-4F63-BB29-5C5F92990333}" destId="{C4790F31-D498-4A8E-A1E9-A107820BCCCC}" srcOrd="1" destOrd="0" presId="urn:microsoft.com/office/officeart/2005/8/layout/pyramid3"/>
    <dgm:cxn modelId="{DA345E02-EF12-49DF-8C62-FBFAEEBAB082}" type="presParOf" srcId="{8B71821E-7D4C-4964-B577-424825174E71}" destId="{DEBF24CA-387A-46BE-BC6E-01D94D20CB44}" srcOrd="3" destOrd="0" presId="urn:microsoft.com/office/officeart/2005/8/layout/pyramid3"/>
    <dgm:cxn modelId="{D36E7115-7ACA-4A47-9B53-000EB98D8A12}" type="presParOf" srcId="{DEBF24CA-387A-46BE-BC6E-01D94D20CB44}" destId="{91DFA1B0-215B-4241-9208-FD18229A4B62}" srcOrd="0" destOrd="0" presId="urn:microsoft.com/office/officeart/2005/8/layout/pyramid3"/>
    <dgm:cxn modelId="{83BDA829-4D11-49A7-8B91-3D4FFDAE23EF}" type="presParOf" srcId="{DEBF24CA-387A-46BE-BC6E-01D94D20CB44}" destId="{C80F8AAF-CBA1-4BB5-B6D0-A54C2C854B30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6C5950-7D65-45CD-B8BF-F2709EF6F4D1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DC2B07F-F3B7-4934-807D-7DAEEF17B4FD}">
      <dgm:prSet phldrT="[Text]" custT="1"/>
      <dgm:spPr/>
      <dgm:t>
        <a:bodyPr/>
        <a:lstStyle/>
        <a:p>
          <a:pPr algn="ctr"/>
          <a:r>
            <a:rPr lang="en-US" sz="1100" dirty="0" err="1"/>
            <a:t>Normativa</a:t>
          </a:r>
          <a:r>
            <a:rPr lang="en-US" sz="1100" dirty="0"/>
            <a:t> (</a:t>
          </a:r>
          <a:r>
            <a:rPr lang="en-US" sz="1100" dirty="0" err="1"/>
            <a:t>competencias</a:t>
          </a:r>
          <a:r>
            <a:rPr lang="en-US" sz="1100" dirty="0"/>
            <a:t> y </a:t>
          </a:r>
          <a:r>
            <a:rPr lang="en-US" sz="1100" dirty="0" err="1"/>
            <a:t>atribuciones</a:t>
          </a:r>
          <a:r>
            <a:rPr lang="en-US" sz="1100" dirty="0"/>
            <a:t>)</a:t>
          </a:r>
        </a:p>
      </dgm:t>
    </dgm:pt>
    <dgm:pt modelId="{CC27081C-CAE2-4EAF-B439-EAA6313C8B14}" type="parTrans" cxnId="{2F101972-77CF-43BC-A77E-7AB9B5FD123C}">
      <dgm:prSet/>
      <dgm:spPr/>
      <dgm:t>
        <a:bodyPr/>
        <a:lstStyle/>
        <a:p>
          <a:pPr algn="ctr"/>
          <a:endParaRPr lang="en-US" sz="2800"/>
        </a:p>
      </dgm:t>
    </dgm:pt>
    <dgm:pt modelId="{3E8A2118-A4F5-48DF-B9D5-3DCB92E33724}" type="sibTrans" cxnId="{2F101972-77CF-43BC-A77E-7AB9B5FD123C}">
      <dgm:prSet custT="1"/>
      <dgm:spPr/>
      <dgm:t>
        <a:bodyPr/>
        <a:lstStyle/>
        <a:p>
          <a:pPr algn="ctr"/>
          <a:endParaRPr lang="en-US" sz="1200"/>
        </a:p>
      </dgm:t>
    </dgm:pt>
    <dgm:pt modelId="{6D80264B-E81B-473D-A10A-149356968E89}">
      <dgm:prSet phldrT="[Text]" custT="1"/>
      <dgm:spPr/>
      <dgm:t>
        <a:bodyPr/>
        <a:lstStyle/>
        <a:p>
          <a:pPr algn="ctr"/>
          <a:r>
            <a:rPr lang="en-US" sz="1100"/>
            <a:t>Misión Institucional</a:t>
          </a:r>
        </a:p>
      </dgm:t>
    </dgm:pt>
    <dgm:pt modelId="{6578C691-F832-4D7B-A20D-F8D21EFE7D7E}" type="parTrans" cxnId="{02D464B7-E536-4858-9A80-90371E100EED}">
      <dgm:prSet/>
      <dgm:spPr/>
      <dgm:t>
        <a:bodyPr/>
        <a:lstStyle/>
        <a:p>
          <a:pPr algn="ctr"/>
          <a:endParaRPr lang="en-US" sz="2800"/>
        </a:p>
      </dgm:t>
    </dgm:pt>
    <dgm:pt modelId="{B5E0DE64-A3D0-4CE2-9816-7453BAC8ED9F}" type="sibTrans" cxnId="{02D464B7-E536-4858-9A80-90371E100EED}">
      <dgm:prSet custT="1"/>
      <dgm:spPr/>
      <dgm:t>
        <a:bodyPr/>
        <a:lstStyle/>
        <a:p>
          <a:pPr algn="ctr"/>
          <a:endParaRPr lang="en-US" sz="1200"/>
        </a:p>
      </dgm:t>
    </dgm:pt>
    <dgm:pt modelId="{1CDAF277-DDA9-459A-A079-612CBFF5E5C1}">
      <dgm:prSet phldrT="[Text]" custT="1"/>
      <dgm:spPr/>
      <dgm:t>
        <a:bodyPr/>
        <a:lstStyle/>
        <a:p>
          <a:pPr algn="ctr"/>
          <a:r>
            <a:rPr lang="en-US" sz="1100"/>
            <a:t>Portafolio de Servicios (procesos)</a:t>
          </a:r>
        </a:p>
      </dgm:t>
    </dgm:pt>
    <dgm:pt modelId="{D1EB499F-CC2B-4DAC-8B7C-BAEA689C45F5}" type="parTrans" cxnId="{BE0947A8-15A8-48EC-8F45-AAA0299A8699}">
      <dgm:prSet/>
      <dgm:spPr/>
      <dgm:t>
        <a:bodyPr/>
        <a:lstStyle/>
        <a:p>
          <a:pPr algn="ctr"/>
          <a:endParaRPr lang="en-US" sz="2800"/>
        </a:p>
      </dgm:t>
    </dgm:pt>
    <dgm:pt modelId="{E5A20587-DA2C-4927-A4C2-E16070573644}" type="sibTrans" cxnId="{BE0947A8-15A8-48EC-8F45-AAA0299A8699}">
      <dgm:prSet/>
      <dgm:spPr/>
      <dgm:t>
        <a:bodyPr/>
        <a:lstStyle/>
        <a:p>
          <a:pPr algn="ctr"/>
          <a:endParaRPr lang="en-US" sz="2800"/>
        </a:p>
      </dgm:t>
    </dgm:pt>
    <dgm:pt modelId="{49C0B043-0EE6-4092-A551-CB03E82D94DE}" type="pres">
      <dgm:prSet presAssocID="{F96C5950-7D65-45CD-B8BF-F2709EF6F4D1}" presName="outerComposite" presStyleCnt="0">
        <dgm:presLayoutVars>
          <dgm:chMax val="5"/>
          <dgm:dir/>
          <dgm:resizeHandles val="exact"/>
        </dgm:presLayoutVars>
      </dgm:prSet>
      <dgm:spPr/>
    </dgm:pt>
    <dgm:pt modelId="{2D4903D0-69F4-4647-8A10-E60DC885BF5A}" type="pres">
      <dgm:prSet presAssocID="{F96C5950-7D65-45CD-B8BF-F2709EF6F4D1}" presName="dummyMaxCanvas" presStyleCnt="0">
        <dgm:presLayoutVars/>
      </dgm:prSet>
      <dgm:spPr/>
    </dgm:pt>
    <dgm:pt modelId="{CBC6647A-A95B-4FB5-B182-2BFA568104A4}" type="pres">
      <dgm:prSet presAssocID="{F96C5950-7D65-45CD-B8BF-F2709EF6F4D1}" presName="ThreeNodes_1" presStyleLbl="node1" presStyleIdx="0" presStyleCnt="3">
        <dgm:presLayoutVars>
          <dgm:bulletEnabled val="1"/>
        </dgm:presLayoutVars>
      </dgm:prSet>
      <dgm:spPr/>
    </dgm:pt>
    <dgm:pt modelId="{80BBF977-1D92-42BE-912E-722B27889EDB}" type="pres">
      <dgm:prSet presAssocID="{F96C5950-7D65-45CD-B8BF-F2709EF6F4D1}" presName="ThreeNodes_2" presStyleLbl="node1" presStyleIdx="1" presStyleCnt="3">
        <dgm:presLayoutVars>
          <dgm:bulletEnabled val="1"/>
        </dgm:presLayoutVars>
      </dgm:prSet>
      <dgm:spPr/>
    </dgm:pt>
    <dgm:pt modelId="{F217EA26-4F7D-4E9B-AC9E-8587387499FD}" type="pres">
      <dgm:prSet presAssocID="{F96C5950-7D65-45CD-B8BF-F2709EF6F4D1}" presName="ThreeNodes_3" presStyleLbl="node1" presStyleIdx="2" presStyleCnt="3" custLinFactNeighborX="0" custLinFactNeighborY="0">
        <dgm:presLayoutVars>
          <dgm:bulletEnabled val="1"/>
        </dgm:presLayoutVars>
      </dgm:prSet>
      <dgm:spPr/>
    </dgm:pt>
    <dgm:pt modelId="{2CE8B596-A049-42D6-A4F2-5F9CF9D0A96F}" type="pres">
      <dgm:prSet presAssocID="{F96C5950-7D65-45CD-B8BF-F2709EF6F4D1}" presName="ThreeConn_1-2" presStyleLbl="fgAccFollowNode1" presStyleIdx="0" presStyleCnt="2">
        <dgm:presLayoutVars>
          <dgm:bulletEnabled val="1"/>
        </dgm:presLayoutVars>
      </dgm:prSet>
      <dgm:spPr/>
    </dgm:pt>
    <dgm:pt modelId="{39C3D41E-4A0C-4A85-A395-0BB1EDAEC092}" type="pres">
      <dgm:prSet presAssocID="{F96C5950-7D65-45CD-B8BF-F2709EF6F4D1}" presName="ThreeConn_2-3" presStyleLbl="fgAccFollowNode1" presStyleIdx="1" presStyleCnt="2">
        <dgm:presLayoutVars>
          <dgm:bulletEnabled val="1"/>
        </dgm:presLayoutVars>
      </dgm:prSet>
      <dgm:spPr/>
    </dgm:pt>
    <dgm:pt modelId="{1F7B4289-AD13-4A6D-BFE2-3EC4791AF6EF}" type="pres">
      <dgm:prSet presAssocID="{F96C5950-7D65-45CD-B8BF-F2709EF6F4D1}" presName="ThreeNodes_1_text" presStyleLbl="node1" presStyleIdx="2" presStyleCnt="3">
        <dgm:presLayoutVars>
          <dgm:bulletEnabled val="1"/>
        </dgm:presLayoutVars>
      </dgm:prSet>
      <dgm:spPr/>
    </dgm:pt>
    <dgm:pt modelId="{EE2A131E-238C-4DEA-8948-DDFB432CDDB6}" type="pres">
      <dgm:prSet presAssocID="{F96C5950-7D65-45CD-B8BF-F2709EF6F4D1}" presName="ThreeNodes_2_text" presStyleLbl="node1" presStyleIdx="2" presStyleCnt="3">
        <dgm:presLayoutVars>
          <dgm:bulletEnabled val="1"/>
        </dgm:presLayoutVars>
      </dgm:prSet>
      <dgm:spPr/>
    </dgm:pt>
    <dgm:pt modelId="{05054FC3-A115-47E6-B134-D3E6C03E3CD9}" type="pres">
      <dgm:prSet presAssocID="{F96C5950-7D65-45CD-B8BF-F2709EF6F4D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A08A615-FFAB-46BA-8C70-694BCE2C2847}" type="presOf" srcId="{4DC2B07F-F3B7-4934-807D-7DAEEF17B4FD}" destId="{CBC6647A-A95B-4FB5-B182-2BFA568104A4}" srcOrd="0" destOrd="0" presId="urn:microsoft.com/office/officeart/2005/8/layout/vProcess5"/>
    <dgm:cxn modelId="{F9248638-FF05-497A-B118-0F7C84368DC7}" type="presOf" srcId="{B5E0DE64-A3D0-4CE2-9816-7453BAC8ED9F}" destId="{39C3D41E-4A0C-4A85-A395-0BB1EDAEC092}" srcOrd="0" destOrd="0" presId="urn:microsoft.com/office/officeart/2005/8/layout/vProcess5"/>
    <dgm:cxn modelId="{7AC6C04C-1C85-49F2-8C97-0219642FB18C}" type="presOf" srcId="{3E8A2118-A4F5-48DF-B9D5-3DCB92E33724}" destId="{2CE8B596-A049-42D6-A4F2-5F9CF9D0A96F}" srcOrd="0" destOrd="0" presId="urn:microsoft.com/office/officeart/2005/8/layout/vProcess5"/>
    <dgm:cxn modelId="{2F101972-77CF-43BC-A77E-7AB9B5FD123C}" srcId="{F96C5950-7D65-45CD-B8BF-F2709EF6F4D1}" destId="{4DC2B07F-F3B7-4934-807D-7DAEEF17B4FD}" srcOrd="0" destOrd="0" parTransId="{CC27081C-CAE2-4EAF-B439-EAA6313C8B14}" sibTransId="{3E8A2118-A4F5-48DF-B9D5-3DCB92E33724}"/>
    <dgm:cxn modelId="{98136472-9C88-446E-974D-06800F1FC6C2}" type="presOf" srcId="{F96C5950-7D65-45CD-B8BF-F2709EF6F4D1}" destId="{49C0B043-0EE6-4092-A551-CB03E82D94DE}" srcOrd="0" destOrd="0" presId="urn:microsoft.com/office/officeart/2005/8/layout/vProcess5"/>
    <dgm:cxn modelId="{C0A34A8B-96FF-4740-B1C9-D25E07F47D34}" type="presOf" srcId="{1CDAF277-DDA9-459A-A079-612CBFF5E5C1}" destId="{F217EA26-4F7D-4E9B-AC9E-8587387499FD}" srcOrd="0" destOrd="0" presId="urn:microsoft.com/office/officeart/2005/8/layout/vProcess5"/>
    <dgm:cxn modelId="{BE0947A8-15A8-48EC-8F45-AAA0299A8699}" srcId="{F96C5950-7D65-45CD-B8BF-F2709EF6F4D1}" destId="{1CDAF277-DDA9-459A-A079-612CBFF5E5C1}" srcOrd="2" destOrd="0" parTransId="{D1EB499F-CC2B-4DAC-8B7C-BAEA689C45F5}" sibTransId="{E5A20587-DA2C-4927-A4C2-E16070573644}"/>
    <dgm:cxn modelId="{02D464B7-E536-4858-9A80-90371E100EED}" srcId="{F96C5950-7D65-45CD-B8BF-F2709EF6F4D1}" destId="{6D80264B-E81B-473D-A10A-149356968E89}" srcOrd="1" destOrd="0" parTransId="{6578C691-F832-4D7B-A20D-F8D21EFE7D7E}" sibTransId="{B5E0DE64-A3D0-4CE2-9816-7453BAC8ED9F}"/>
    <dgm:cxn modelId="{C10E2AC1-70FB-4314-8243-4C7E5811360D}" type="presOf" srcId="{6D80264B-E81B-473D-A10A-149356968E89}" destId="{EE2A131E-238C-4DEA-8948-DDFB432CDDB6}" srcOrd="1" destOrd="0" presId="urn:microsoft.com/office/officeart/2005/8/layout/vProcess5"/>
    <dgm:cxn modelId="{B44E5FE2-2A0E-4648-BFDF-0519094F0BA6}" type="presOf" srcId="{1CDAF277-DDA9-459A-A079-612CBFF5E5C1}" destId="{05054FC3-A115-47E6-B134-D3E6C03E3CD9}" srcOrd="1" destOrd="0" presId="urn:microsoft.com/office/officeart/2005/8/layout/vProcess5"/>
    <dgm:cxn modelId="{15D6C8E8-AA53-4965-81DC-0B9BB87501E7}" type="presOf" srcId="{4DC2B07F-F3B7-4934-807D-7DAEEF17B4FD}" destId="{1F7B4289-AD13-4A6D-BFE2-3EC4791AF6EF}" srcOrd="1" destOrd="0" presId="urn:microsoft.com/office/officeart/2005/8/layout/vProcess5"/>
    <dgm:cxn modelId="{9A32F0FC-9C46-495A-82F6-2AB781B43498}" type="presOf" srcId="{6D80264B-E81B-473D-A10A-149356968E89}" destId="{80BBF977-1D92-42BE-912E-722B27889EDB}" srcOrd="0" destOrd="0" presId="urn:microsoft.com/office/officeart/2005/8/layout/vProcess5"/>
    <dgm:cxn modelId="{EA51A082-28D0-41C8-81CC-407B4E576D00}" type="presParOf" srcId="{49C0B043-0EE6-4092-A551-CB03E82D94DE}" destId="{2D4903D0-69F4-4647-8A10-E60DC885BF5A}" srcOrd="0" destOrd="0" presId="urn:microsoft.com/office/officeart/2005/8/layout/vProcess5"/>
    <dgm:cxn modelId="{4254FD5E-421A-4A02-8E16-FC93D355A32D}" type="presParOf" srcId="{49C0B043-0EE6-4092-A551-CB03E82D94DE}" destId="{CBC6647A-A95B-4FB5-B182-2BFA568104A4}" srcOrd="1" destOrd="0" presId="urn:microsoft.com/office/officeart/2005/8/layout/vProcess5"/>
    <dgm:cxn modelId="{BC474402-B4C8-4245-AA07-90414988E950}" type="presParOf" srcId="{49C0B043-0EE6-4092-A551-CB03E82D94DE}" destId="{80BBF977-1D92-42BE-912E-722B27889EDB}" srcOrd="2" destOrd="0" presId="urn:microsoft.com/office/officeart/2005/8/layout/vProcess5"/>
    <dgm:cxn modelId="{29ECBEED-0756-4893-8E12-F662F727F311}" type="presParOf" srcId="{49C0B043-0EE6-4092-A551-CB03E82D94DE}" destId="{F217EA26-4F7D-4E9B-AC9E-8587387499FD}" srcOrd="3" destOrd="0" presId="urn:microsoft.com/office/officeart/2005/8/layout/vProcess5"/>
    <dgm:cxn modelId="{FF84325C-9179-4470-8B55-04BE1996B35D}" type="presParOf" srcId="{49C0B043-0EE6-4092-A551-CB03E82D94DE}" destId="{2CE8B596-A049-42D6-A4F2-5F9CF9D0A96F}" srcOrd="4" destOrd="0" presId="urn:microsoft.com/office/officeart/2005/8/layout/vProcess5"/>
    <dgm:cxn modelId="{E9203FA2-B4E9-404D-AD9B-6CAA8A2B0650}" type="presParOf" srcId="{49C0B043-0EE6-4092-A551-CB03E82D94DE}" destId="{39C3D41E-4A0C-4A85-A395-0BB1EDAEC092}" srcOrd="5" destOrd="0" presId="urn:microsoft.com/office/officeart/2005/8/layout/vProcess5"/>
    <dgm:cxn modelId="{B5E51F1A-BBE6-4A92-B2CC-1E435A775E19}" type="presParOf" srcId="{49C0B043-0EE6-4092-A551-CB03E82D94DE}" destId="{1F7B4289-AD13-4A6D-BFE2-3EC4791AF6EF}" srcOrd="6" destOrd="0" presId="urn:microsoft.com/office/officeart/2005/8/layout/vProcess5"/>
    <dgm:cxn modelId="{0762E8D3-C23B-42F2-A167-F4C857340D1D}" type="presParOf" srcId="{49C0B043-0EE6-4092-A551-CB03E82D94DE}" destId="{EE2A131E-238C-4DEA-8948-DDFB432CDDB6}" srcOrd="7" destOrd="0" presId="urn:microsoft.com/office/officeart/2005/8/layout/vProcess5"/>
    <dgm:cxn modelId="{6848F626-9035-4D40-AF0F-B7D1500A9964}" type="presParOf" srcId="{49C0B043-0EE6-4092-A551-CB03E82D94DE}" destId="{05054FC3-A115-47E6-B134-D3E6C03E3CD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6C5950-7D65-45CD-B8BF-F2709EF6F4D1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DC2B07F-F3B7-4934-807D-7DAEEF17B4FD}">
      <dgm:prSet phldrT="[Text]" custT="1"/>
      <dgm:spPr/>
      <dgm:t>
        <a:bodyPr/>
        <a:lstStyle/>
        <a:p>
          <a:pPr algn="ctr"/>
          <a:r>
            <a:rPr lang="en-US" sz="1400" dirty="0" err="1"/>
            <a:t>Visión</a:t>
          </a:r>
          <a:r>
            <a:rPr lang="en-US" sz="1400" dirty="0"/>
            <a:t> </a:t>
          </a:r>
          <a:r>
            <a:rPr lang="en-US" sz="1400" dirty="0" err="1"/>
            <a:t>institucional</a:t>
          </a:r>
          <a:endParaRPr lang="en-US" sz="1400" dirty="0"/>
        </a:p>
      </dgm:t>
    </dgm:pt>
    <dgm:pt modelId="{CC27081C-CAE2-4EAF-B439-EAA6313C8B14}" type="parTrans" cxnId="{2F101972-77CF-43BC-A77E-7AB9B5FD123C}">
      <dgm:prSet/>
      <dgm:spPr/>
      <dgm:t>
        <a:bodyPr/>
        <a:lstStyle/>
        <a:p>
          <a:pPr algn="ctr"/>
          <a:endParaRPr lang="en-US" sz="2000"/>
        </a:p>
      </dgm:t>
    </dgm:pt>
    <dgm:pt modelId="{3E8A2118-A4F5-48DF-B9D5-3DCB92E33724}" type="sibTrans" cxnId="{2F101972-77CF-43BC-A77E-7AB9B5FD123C}">
      <dgm:prSet custT="1"/>
      <dgm:spPr/>
      <dgm:t>
        <a:bodyPr/>
        <a:lstStyle/>
        <a:p>
          <a:pPr algn="ctr"/>
          <a:endParaRPr lang="en-US" sz="1050"/>
        </a:p>
      </dgm:t>
    </dgm:pt>
    <dgm:pt modelId="{6D80264B-E81B-473D-A10A-149356968E89}">
      <dgm:prSet phldrT="[Text]" custT="1"/>
      <dgm:spPr/>
      <dgm:t>
        <a:bodyPr/>
        <a:lstStyle/>
        <a:p>
          <a:pPr algn="ctr"/>
          <a:r>
            <a:rPr lang="en-US" sz="1400"/>
            <a:t>Objetivos institucionales</a:t>
          </a:r>
        </a:p>
      </dgm:t>
    </dgm:pt>
    <dgm:pt modelId="{6578C691-F832-4D7B-A20D-F8D21EFE7D7E}" type="parTrans" cxnId="{02D464B7-E536-4858-9A80-90371E100EED}">
      <dgm:prSet/>
      <dgm:spPr/>
      <dgm:t>
        <a:bodyPr/>
        <a:lstStyle/>
        <a:p>
          <a:pPr algn="ctr"/>
          <a:endParaRPr lang="en-US" sz="2000"/>
        </a:p>
      </dgm:t>
    </dgm:pt>
    <dgm:pt modelId="{B5E0DE64-A3D0-4CE2-9816-7453BAC8ED9F}" type="sibTrans" cxnId="{02D464B7-E536-4858-9A80-90371E100EED}">
      <dgm:prSet custT="1"/>
      <dgm:spPr/>
      <dgm:t>
        <a:bodyPr/>
        <a:lstStyle/>
        <a:p>
          <a:pPr algn="ctr"/>
          <a:endParaRPr lang="en-US" sz="1050"/>
        </a:p>
      </dgm:t>
    </dgm:pt>
    <dgm:pt modelId="{1CDAF277-DDA9-459A-A079-612CBFF5E5C1}">
      <dgm:prSet phldrT="[Text]" custT="1"/>
      <dgm:spPr/>
      <dgm:t>
        <a:bodyPr/>
        <a:lstStyle/>
        <a:p>
          <a:pPr algn="ctr"/>
          <a:r>
            <a:rPr lang="en-US" sz="1400"/>
            <a:t>Portafolio de Proyectos</a:t>
          </a:r>
        </a:p>
      </dgm:t>
    </dgm:pt>
    <dgm:pt modelId="{D1EB499F-CC2B-4DAC-8B7C-BAEA689C45F5}" type="parTrans" cxnId="{BE0947A8-15A8-48EC-8F45-AAA0299A8699}">
      <dgm:prSet/>
      <dgm:spPr/>
      <dgm:t>
        <a:bodyPr/>
        <a:lstStyle/>
        <a:p>
          <a:pPr algn="ctr"/>
          <a:endParaRPr lang="en-US" sz="2000"/>
        </a:p>
      </dgm:t>
    </dgm:pt>
    <dgm:pt modelId="{E5A20587-DA2C-4927-A4C2-E16070573644}" type="sibTrans" cxnId="{BE0947A8-15A8-48EC-8F45-AAA0299A8699}">
      <dgm:prSet/>
      <dgm:spPr/>
      <dgm:t>
        <a:bodyPr/>
        <a:lstStyle/>
        <a:p>
          <a:pPr algn="ctr"/>
          <a:endParaRPr lang="en-US" sz="2000"/>
        </a:p>
      </dgm:t>
    </dgm:pt>
    <dgm:pt modelId="{49C0B043-0EE6-4092-A551-CB03E82D94DE}" type="pres">
      <dgm:prSet presAssocID="{F96C5950-7D65-45CD-B8BF-F2709EF6F4D1}" presName="outerComposite" presStyleCnt="0">
        <dgm:presLayoutVars>
          <dgm:chMax val="5"/>
          <dgm:dir/>
          <dgm:resizeHandles val="exact"/>
        </dgm:presLayoutVars>
      </dgm:prSet>
      <dgm:spPr/>
    </dgm:pt>
    <dgm:pt modelId="{2D4903D0-69F4-4647-8A10-E60DC885BF5A}" type="pres">
      <dgm:prSet presAssocID="{F96C5950-7D65-45CD-B8BF-F2709EF6F4D1}" presName="dummyMaxCanvas" presStyleCnt="0">
        <dgm:presLayoutVars/>
      </dgm:prSet>
      <dgm:spPr/>
    </dgm:pt>
    <dgm:pt modelId="{CBC6647A-A95B-4FB5-B182-2BFA568104A4}" type="pres">
      <dgm:prSet presAssocID="{F96C5950-7D65-45CD-B8BF-F2709EF6F4D1}" presName="ThreeNodes_1" presStyleLbl="node1" presStyleIdx="0" presStyleCnt="3">
        <dgm:presLayoutVars>
          <dgm:bulletEnabled val="1"/>
        </dgm:presLayoutVars>
      </dgm:prSet>
      <dgm:spPr/>
    </dgm:pt>
    <dgm:pt modelId="{80BBF977-1D92-42BE-912E-722B27889EDB}" type="pres">
      <dgm:prSet presAssocID="{F96C5950-7D65-45CD-B8BF-F2709EF6F4D1}" presName="ThreeNodes_2" presStyleLbl="node1" presStyleIdx="1" presStyleCnt="3">
        <dgm:presLayoutVars>
          <dgm:bulletEnabled val="1"/>
        </dgm:presLayoutVars>
      </dgm:prSet>
      <dgm:spPr/>
    </dgm:pt>
    <dgm:pt modelId="{F217EA26-4F7D-4E9B-AC9E-8587387499FD}" type="pres">
      <dgm:prSet presAssocID="{F96C5950-7D65-45CD-B8BF-F2709EF6F4D1}" presName="ThreeNodes_3" presStyleLbl="node1" presStyleIdx="2" presStyleCnt="3" custLinFactNeighborX="0" custLinFactNeighborY="0">
        <dgm:presLayoutVars>
          <dgm:bulletEnabled val="1"/>
        </dgm:presLayoutVars>
      </dgm:prSet>
      <dgm:spPr/>
    </dgm:pt>
    <dgm:pt modelId="{2CE8B596-A049-42D6-A4F2-5F9CF9D0A96F}" type="pres">
      <dgm:prSet presAssocID="{F96C5950-7D65-45CD-B8BF-F2709EF6F4D1}" presName="ThreeConn_1-2" presStyleLbl="fgAccFollowNode1" presStyleIdx="0" presStyleCnt="2">
        <dgm:presLayoutVars>
          <dgm:bulletEnabled val="1"/>
        </dgm:presLayoutVars>
      </dgm:prSet>
      <dgm:spPr/>
    </dgm:pt>
    <dgm:pt modelId="{39C3D41E-4A0C-4A85-A395-0BB1EDAEC092}" type="pres">
      <dgm:prSet presAssocID="{F96C5950-7D65-45CD-B8BF-F2709EF6F4D1}" presName="ThreeConn_2-3" presStyleLbl="fgAccFollowNode1" presStyleIdx="1" presStyleCnt="2">
        <dgm:presLayoutVars>
          <dgm:bulletEnabled val="1"/>
        </dgm:presLayoutVars>
      </dgm:prSet>
      <dgm:spPr/>
    </dgm:pt>
    <dgm:pt modelId="{1F7B4289-AD13-4A6D-BFE2-3EC4791AF6EF}" type="pres">
      <dgm:prSet presAssocID="{F96C5950-7D65-45CD-B8BF-F2709EF6F4D1}" presName="ThreeNodes_1_text" presStyleLbl="node1" presStyleIdx="2" presStyleCnt="3">
        <dgm:presLayoutVars>
          <dgm:bulletEnabled val="1"/>
        </dgm:presLayoutVars>
      </dgm:prSet>
      <dgm:spPr/>
    </dgm:pt>
    <dgm:pt modelId="{EE2A131E-238C-4DEA-8948-DDFB432CDDB6}" type="pres">
      <dgm:prSet presAssocID="{F96C5950-7D65-45CD-B8BF-F2709EF6F4D1}" presName="ThreeNodes_2_text" presStyleLbl="node1" presStyleIdx="2" presStyleCnt="3">
        <dgm:presLayoutVars>
          <dgm:bulletEnabled val="1"/>
        </dgm:presLayoutVars>
      </dgm:prSet>
      <dgm:spPr/>
    </dgm:pt>
    <dgm:pt modelId="{05054FC3-A115-47E6-B134-D3E6C03E3CD9}" type="pres">
      <dgm:prSet presAssocID="{F96C5950-7D65-45CD-B8BF-F2709EF6F4D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A08A615-FFAB-46BA-8C70-694BCE2C2847}" type="presOf" srcId="{4DC2B07F-F3B7-4934-807D-7DAEEF17B4FD}" destId="{CBC6647A-A95B-4FB5-B182-2BFA568104A4}" srcOrd="0" destOrd="0" presId="urn:microsoft.com/office/officeart/2005/8/layout/vProcess5"/>
    <dgm:cxn modelId="{F9248638-FF05-497A-B118-0F7C84368DC7}" type="presOf" srcId="{B5E0DE64-A3D0-4CE2-9816-7453BAC8ED9F}" destId="{39C3D41E-4A0C-4A85-A395-0BB1EDAEC092}" srcOrd="0" destOrd="0" presId="urn:microsoft.com/office/officeart/2005/8/layout/vProcess5"/>
    <dgm:cxn modelId="{7AC6C04C-1C85-49F2-8C97-0219642FB18C}" type="presOf" srcId="{3E8A2118-A4F5-48DF-B9D5-3DCB92E33724}" destId="{2CE8B596-A049-42D6-A4F2-5F9CF9D0A96F}" srcOrd="0" destOrd="0" presId="urn:microsoft.com/office/officeart/2005/8/layout/vProcess5"/>
    <dgm:cxn modelId="{2F101972-77CF-43BC-A77E-7AB9B5FD123C}" srcId="{F96C5950-7D65-45CD-B8BF-F2709EF6F4D1}" destId="{4DC2B07F-F3B7-4934-807D-7DAEEF17B4FD}" srcOrd="0" destOrd="0" parTransId="{CC27081C-CAE2-4EAF-B439-EAA6313C8B14}" sibTransId="{3E8A2118-A4F5-48DF-B9D5-3DCB92E33724}"/>
    <dgm:cxn modelId="{98136472-9C88-446E-974D-06800F1FC6C2}" type="presOf" srcId="{F96C5950-7D65-45CD-B8BF-F2709EF6F4D1}" destId="{49C0B043-0EE6-4092-A551-CB03E82D94DE}" srcOrd="0" destOrd="0" presId="urn:microsoft.com/office/officeart/2005/8/layout/vProcess5"/>
    <dgm:cxn modelId="{C0A34A8B-96FF-4740-B1C9-D25E07F47D34}" type="presOf" srcId="{1CDAF277-DDA9-459A-A079-612CBFF5E5C1}" destId="{F217EA26-4F7D-4E9B-AC9E-8587387499FD}" srcOrd="0" destOrd="0" presId="urn:microsoft.com/office/officeart/2005/8/layout/vProcess5"/>
    <dgm:cxn modelId="{BE0947A8-15A8-48EC-8F45-AAA0299A8699}" srcId="{F96C5950-7D65-45CD-B8BF-F2709EF6F4D1}" destId="{1CDAF277-DDA9-459A-A079-612CBFF5E5C1}" srcOrd="2" destOrd="0" parTransId="{D1EB499F-CC2B-4DAC-8B7C-BAEA689C45F5}" sibTransId="{E5A20587-DA2C-4927-A4C2-E16070573644}"/>
    <dgm:cxn modelId="{02D464B7-E536-4858-9A80-90371E100EED}" srcId="{F96C5950-7D65-45CD-B8BF-F2709EF6F4D1}" destId="{6D80264B-E81B-473D-A10A-149356968E89}" srcOrd="1" destOrd="0" parTransId="{6578C691-F832-4D7B-A20D-F8D21EFE7D7E}" sibTransId="{B5E0DE64-A3D0-4CE2-9816-7453BAC8ED9F}"/>
    <dgm:cxn modelId="{C10E2AC1-70FB-4314-8243-4C7E5811360D}" type="presOf" srcId="{6D80264B-E81B-473D-A10A-149356968E89}" destId="{EE2A131E-238C-4DEA-8948-DDFB432CDDB6}" srcOrd="1" destOrd="0" presId="urn:microsoft.com/office/officeart/2005/8/layout/vProcess5"/>
    <dgm:cxn modelId="{B44E5FE2-2A0E-4648-BFDF-0519094F0BA6}" type="presOf" srcId="{1CDAF277-DDA9-459A-A079-612CBFF5E5C1}" destId="{05054FC3-A115-47E6-B134-D3E6C03E3CD9}" srcOrd="1" destOrd="0" presId="urn:microsoft.com/office/officeart/2005/8/layout/vProcess5"/>
    <dgm:cxn modelId="{15D6C8E8-AA53-4965-81DC-0B9BB87501E7}" type="presOf" srcId="{4DC2B07F-F3B7-4934-807D-7DAEEF17B4FD}" destId="{1F7B4289-AD13-4A6D-BFE2-3EC4791AF6EF}" srcOrd="1" destOrd="0" presId="urn:microsoft.com/office/officeart/2005/8/layout/vProcess5"/>
    <dgm:cxn modelId="{9A32F0FC-9C46-495A-82F6-2AB781B43498}" type="presOf" srcId="{6D80264B-E81B-473D-A10A-149356968E89}" destId="{80BBF977-1D92-42BE-912E-722B27889EDB}" srcOrd="0" destOrd="0" presId="urn:microsoft.com/office/officeart/2005/8/layout/vProcess5"/>
    <dgm:cxn modelId="{EA51A082-28D0-41C8-81CC-407B4E576D00}" type="presParOf" srcId="{49C0B043-0EE6-4092-A551-CB03E82D94DE}" destId="{2D4903D0-69F4-4647-8A10-E60DC885BF5A}" srcOrd="0" destOrd="0" presId="urn:microsoft.com/office/officeart/2005/8/layout/vProcess5"/>
    <dgm:cxn modelId="{4254FD5E-421A-4A02-8E16-FC93D355A32D}" type="presParOf" srcId="{49C0B043-0EE6-4092-A551-CB03E82D94DE}" destId="{CBC6647A-A95B-4FB5-B182-2BFA568104A4}" srcOrd="1" destOrd="0" presId="urn:microsoft.com/office/officeart/2005/8/layout/vProcess5"/>
    <dgm:cxn modelId="{BC474402-B4C8-4245-AA07-90414988E950}" type="presParOf" srcId="{49C0B043-0EE6-4092-A551-CB03E82D94DE}" destId="{80BBF977-1D92-42BE-912E-722B27889EDB}" srcOrd="2" destOrd="0" presId="urn:microsoft.com/office/officeart/2005/8/layout/vProcess5"/>
    <dgm:cxn modelId="{29ECBEED-0756-4893-8E12-F662F727F311}" type="presParOf" srcId="{49C0B043-0EE6-4092-A551-CB03E82D94DE}" destId="{F217EA26-4F7D-4E9B-AC9E-8587387499FD}" srcOrd="3" destOrd="0" presId="urn:microsoft.com/office/officeart/2005/8/layout/vProcess5"/>
    <dgm:cxn modelId="{FF84325C-9179-4470-8B55-04BE1996B35D}" type="presParOf" srcId="{49C0B043-0EE6-4092-A551-CB03E82D94DE}" destId="{2CE8B596-A049-42D6-A4F2-5F9CF9D0A96F}" srcOrd="4" destOrd="0" presId="urn:microsoft.com/office/officeart/2005/8/layout/vProcess5"/>
    <dgm:cxn modelId="{E9203FA2-B4E9-404D-AD9B-6CAA8A2B0650}" type="presParOf" srcId="{49C0B043-0EE6-4092-A551-CB03E82D94DE}" destId="{39C3D41E-4A0C-4A85-A395-0BB1EDAEC092}" srcOrd="5" destOrd="0" presId="urn:microsoft.com/office/officeart/2005/8/layout/vProcess5"/>
    <dgm:cxn modelId="{B5E51F1A-BBE6-4A92-B2CC-1E435A775E19}" type="presParOf" srcId="{49C0B043-0EE6-4092-A551-CB03E82D94DE}" destId="{1F7B4289-AD13-4A6D-BFE2-3EC4791AF6EF}" srcOrd="6" destOrd="0" presId="urn:microsoft.com/office/officeart/2005/8/layout/vProcess5"/>
    <dgm:cxn modelId="{0762E8D3-C23B-42F2-A167-F4C857340D1D}" type="presParOf" srcId="{49C0B043-0EE6-4092-A551-CB03E82D94DE}" destId="{EE2A131E-238C-4DEA-8948-DDFB432CDDB6}" srcOrd="7" destOrd="0" presId="urn:microsoft.com/office/officeart/2005/8/layout/vProcess5"/>
    <dgm:cxn modelId="{6848F626-9035-4D40-AF0F-B7D1500A9964}" type="presParOf" srcId="{49C0B043-0EE6-4092-A551-CB03E82D94DE}" destId="{05054FC3-A115-47E6-B134-D3E6C03E3CD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448877-6043-4672-8034-36719E1F81A2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427E312-11B4-420B-9D71-796150D61376}">
      <dgm:prSet phldrT="[Text]" custT="1"/>
      <dgm:spPr/>
      <dgm:t>
        <a:bodyPr/>
        <a:lstStyle/>
        <a:p>
          <a:pPr algn="ctr"/>
          <a:r>
            <a:rPr lang="en-US" sz="1200"/>
            <a:t>Objetivos PEI</a:t>
          </a:r>
        </a:p>
      </dgm:t>
    </dgm:pt>
    <dgm:pt modelId="{56440BED-88D6-427F-8081-8F3B3A4CD878}" type="parTrans" cxnId="{9D6D9C34-3232-4F47-B0C1-586A78172101}">
      <dgm:prSet/>
      <dgm:spPr/>
      <dgm:t>
        <a:bodyPr/>
        <a:lstStyle/>
        <a:p>
          <a:pPr algn="ctr"/>
          <a:endParaRPr lang="en-US" sz="1600"/>
        </a:p>
      </dgm:t>
    </dgm:pt>
    <dgm:pt modelId="{F35A3626-7DCF-4D82-9229-D349BC09DA0C}" type="sibTrans" cxnId="{9D6D9C34-3232-4F47-B0C1-586A78172101}">
      <dgm:prSet/>
      <dgm:spPr/>
      <dgm:t>
        <a:bodyPr/>
        <a:lstStyle/>
        <a:p>
          <a:pPr algn="ctr"/>
          <a:endParaRPr lang="en-US" sz="1600"/>
        </a:p>
      </dgm:t>
    </dgm:pt>
    <dgm:pt modelId="{7664B81A-CC6F-4EFA-99BD-84F7A73DE34B}">
      <dgm:prSet phldrT="[Text]" custT="1"/>
      <dgm:spPr/>
      <dgm:t>
        <a:bodyPr/>
        <a:lstStyle/>
        <a:p>
          <a:pPr algn="ctr"/>
          <a:r>
            <a:rPr lang="en-US" sz="1200"/>
            <a:t>Programa 01...</a:t>
          </a:r>
        </a:p>
      </dgm:t>
    </dgm:pt>
    <dgm:pt modelId="{814B1720-DA79-4D4B-951B-A887975D21F6}" type="parTrans" cxnId="{050643FA-D20E-4366-9F0B-DA1BD9FE7AFA}">
      <dgm:prSet/>
      <dgm:spPr/>
      <dgm:t>
        <a:bodyPr/>
        <a:lstStyle/>
        <a:p>
          <a:endParaRPr lang="en-US"/>
        </a:p>
      </dgm:t>
    </dgm:pt>
    <dgm:pt modelId="{BA94A2DD-5435-43E7-9735-03DF54A253A5}" type="sibTrans" cxnId="{050643FA-D20E-4366-9F0B-DA1BD9FE7AFA}">
      <dgm:prSet/>
      <dgm:spPr/>
      <dgm:t>
        <a:bodyPr/>
        <a:lstStyle/>
        <a:p>
          <a:endParaRPr lang="en-US"/>
        </a:p>
      </dgm:t>
    </dgm:pt>
    <dgm:pt modelId="{398D22B0-DFC7-4101-89E1-343DEF1F2F13}">
      <dgm:prSet phldrT="[Text]" custT="1"/>
      <dgm:spPr/>
      <dgm:t>
        <a:bodyPr/>
        <a:lstStyle/>
        <a:p>
          <a:pPr algn="ctr"/>
          <a:r>
            <a:rPr lang="en-US" sz="1200"/>
            <a:t>Subprograma 01</a:t>
          </a:r>
        </a:p>
      </dgm:t>
    </dgm:pt>
    <dgm:pt modelId="{C2E0FD15-3FFF-4489-A504-DAF666ADCFD0}" type="parTrans" cxnId="{9CE18933-71FA-4254-88B2-8CBBDE95E3A1}">
      <dgm:prSet/>
      <dgm:spPr/>
      <dgm:t>
        <a:bodyPr/>
        <a:lstStyle/>
        <a:p>
          <a:endParaRPr lang="en-US"/>
        </a:p>
      </dgm:t>
    </dgm:pt>
    <dgm:pt modelId="{A3C64C76-EF48-44E3-8E1E-60DD6EB69806}" type="sibTrans" cxnId="{9CE18933-71FA-4254-88B2-8CBBDE95E3A1}">
      <dgm:prSet/>
      <dgm:spPr/>
      <dgm:t>
        <a:bodyPr/>
        <a:lstStyle/>
        <a:p>
          <a:endParaRPr lang="en-US"/>
        </a:p>
      </dgm:t>
    </dgm:pt>
    <dgm:pt modelId="{D4FA76D8-DC9E-4886-B9B9-E1C96757E14B}">
      <dgm:prSet phldrT="[Text]" custT="1"/>
      <dgm:spPr/>
      <dgm:t>
        <a:bodyPr/>
        <a:lstStyle/>
        <a:p>
          <a:pPr algn="ctr"/>
          <a:r>
            <a:rPr lang="en-US" sz="1200"/>
            <a:t>Programa de Apoyo 02 </a:t>
          </a:r>
        </a:p>
      </dgm:t>
    </dgm:pt>
    <dgm:pt modelId="{CD1F5CBE-B319-459F-B6A2-A6B135633A49}" type="parTrans" cxnId="{6F87F921-7671-44B6-B155-6DA43756E3AF}">
      <dgm:prSet/>
      <dgm:spPr/>
      <dgm:t>
        <a:bodyPr/>
        <a:lstStyle/>
        <a:p>
          <a:endParaRPr lang="en-US"/>
        </a:p>
      </dgm:t>
    </dgm:pt>
    <dgm:pt modelId="{2C155A51-2196-4565-9E18-DF752047A6DF}" type="sibTrans" cxnId="{6F87F921-7671-44B6-B155-6DA43756E3AF}">
      <dgm:prSet/>
      <dgm:spPr/>
      <dgm:t>
        <a:bodyPr/>
        <a:lstStyle/>
        <a:p>
          <a:endParaRPr lang="en-US"/>
        </a:p>
      </dgm:t>
    </dgm:pt>
    <dgm:pt modelId="{0243F523-2470-4F98-A720-D1CB792486EA}">
      <dgm:prSet phldrT="[Text]" custT="1"/>
      <dgm:spPr/>
      <dgm:t>
        <a:bodyPr/>
        <a:lstStyle/>
        <a:p>
          <a:pPr algn="ctr"/>
          <a:r>
            <a:rPr lang="en-US" sz="1200"/>
            <a:t>Proyecto 011</a:t>
          </a:r>
        </a:p>
      </dgm:t>
    </dgm:pt>
    <dgm:pt modelId="{1D230642-3C3B-4075-A51D-FFC0DEA3119C}" type="parTrans" cxnId="{B45E1CA1-A17D-4456-A93F-F7DE89386E06}">
      <dgm:prSet/>
      <dgm:spPr/>
      <dgm:t>
        <a:bodyPr/>
        <a:lstStyle/>
        <a:p>
          <a:endParaRPr lang="en-US"/>
        </a:p>
      </dgm:t>
    </dgm:pt>
    <dgm:pt modelId="{C8C5F241-DB6A-4553-9772-F555C2C6882C}" type="sibTrans" cxnId="{B45E1CA1-A17D-4456-A93F-F7DE89386E06}">
      <dgm:prSet/>
      <dgm:spPr/>
      <dgm:t>
        <a:bodyPr/>
        <a:lstStyle/>
        <a:p>
          <a:endParaRPr lang="en-US"/>
        </a:p>
      </dgm:t>
    </dgm:pt>
    <dgm:pt modelId="{C5D86EEA-71DC-4A49-BF77-4D75F385364A}">
      <dgm:prSet phldrT="[Text]" custT="1"/>
      <dgm:spPr/>
      <dgm:t>
        <a:bodyPr/>
        <a:lstStyle/>
        <a:p>
          <a:pPr algn="ctr"/>
          <a:r>
            <a:rPr lang="en-US" sz="1200"/>
            <a:t>Actividad operativa 011</a:t>
          </a:r>
        </a:p>
      </dgm:t>
    </dgm:pt>
    <dgm:pt modelId="{9E9D18C3-9A70-4F3C-885E-4529866796DF}" type="parTrans" cxnId="{C33BE206-CBC4-471E-850F-69A2B04CB381}">
      <dgm:prSet/>
      <dgm:spPr/>
      <dgm:t>
        <a:bodyPr/>
        <a:lstStyle/>
        <a:p>
          <a:endParaRPr lang="en-US"/>
        </a:p>
      </dgm:t>
    </dgm:pt>
    <dgm:pt modelId="{D7009755-FDD6-4BC9-B69B-C3D53A9BB589}" type="sibTrans" cxnId="{C33BE206-CBC4-471E-850F-69A2B04CB381}">
      <dgm:prSet/>
      <dgm:spPr/>
      <dgm:t>
        <a:bodyPr/>
        <a:lstStyle/>
        <a:p>
          <a:endParaRPr lang="en-US"/>
        </a:p>
      </dgm:t>
    </dgm:pt>
    <dgm:pt modelId="{9EB71560-A863-488D-8026-403F5D0ED27E}">
      <dgm:prSet phldrT="[Text]" custT="1"/>
      <dgm:spPr/>
      <dgm:t>
        <a:bodyPr/>
        <a:lstStyle/>
        <a:p>
          <a:pPr algn="ctr"/>
          <a:r>
            <a:rPr lang="en-US" sz="1200"/>
            <a:t>Actividad Proy 0111</a:t>
          </a:r>
        </a:p>
      </dgm:t>
    </dgm:pt>
    <dgm:pt modelId="{9EFA6B5C-E4B7-4A16-BD41-E72D1AD06774}" type="parTrans" cxnId="{334C1B64-E915-4991-8677-AC60F30848D3}">
      <dgm:prSet/>
      <dgm:spPr/>
      <dgm:t>
        <a:bodyPr/>
        <a:lstStyle/>
        <a:p>
          <a:endParaRPr lang="en-US"/>
        </a:p>
      </dgm:t>
    </dgm:pt>
    <dgm:pt modelId="{DFFEFD01-8B86-4D5A-9152-A9DBB0D804C6}" type="sibTrans" cxnId="{334C1B64-E915-4991-8677-AC60F30848D3}">
      <dgm:prSet/>
      <dgm:spPr/>
      <dgm:t>
        <a:bodyPr/>
        <a:lstStyle/>
        <a:p>
          <a:endParaRPr lang="en-US"/>
        </a:p>
      </dgm:t>
    </dgm:pt>
    <dgm:pt modelId="{3F65BAEB-11F0-4544-9E22-68883F8D76ED}">
      <dgm:prSet phldrT="[Text]" custT="1"/>
      <dgm:spPr/>
      <dgm:t>
        <a:bodyPr/>
        <a:lstStyle/>
        <a:p>
          <a:pPr algn="ctr"/>
          <a:r>
            <a:rPr lang="en-US" sz="1200"/>
            <a:t>Subprograma 01</a:t>
          </a:r>
        </a:p>
      </dgm:t>
    </dgm:pt>
    <dgm:pt modelId="{F3780C5E-2BBC-49D1-91B4-052938F4D2A4}" type="parTrans" cxnId="{688F1B6E-488D-4E74-9FFF-631F4FEB05BD}">
      <dgm:prSet/>
      <dgm:spPr/>
      <dgm:t>
        <a:bodyPr/>
        <a:lstStyle/>
        <a:p>
          <a:endParaRPr lang="en-US"/>
        </a:p>
      </dgm:t>
    </dgm:pt>
    <dgm:pt modelId="{D31189D4-A780-4FC9-969D-828A16E2EF92}" type="sibTrans" cxnId="{688F1B6E-488D-4E74-9FFF-631F4FEB05BD}">
      <dgm:prSet/>
      <dgm:spPr/>
      <dgm:t>
        <a:bodyPr/>
        <a:lstStyle/>
        <a:p>
          <a:endParaRPr lang="en-US"/>
        </a:p>
      </dgm:t>
    </dgm:pt>
    <dgm:pt modelId="{C404865C-CA97-4EE3-9EBF-A1282FD57F63}">
      <dgm:prSet phldrT="[Text]" custT="1"/>
      <dgm:spPr/>
      <dgm:t>
        <a:bodyPr/>
        <a:lstStyle/>
        <a:p>
          <a:pPr algn="ctr"/>
          <a:r>
            <a:rPr lang="en-US" sz="1200"/>
            <a:t>Actividad Operativa 011</a:t>
          </a:r>
        </a:p>
      </dgm:t>
    </dgm:pt>
    <dgm:pt modelId="{73855699-7069-443A-96FB-0763DD74373C}" type="parTrans" cxnId="{611E2A28-0181-4C5B-BFFE-13CF0ECAC6EA}">
      <dgm:prSet/>
      <dgm:spPr/>
      <dgm:t>
        <a:bodyPr/>
        <a:lstStyle/>
        <a:p>
          <a:endParaRPr lang="en-US"/>
        </a:p>
      </dgm:t>
    </dgm:pt>
    <dgm:pt modelId="{992B6E16-F90C-4B9D-A91B-7DCAC9E5A1A6}" type="sibTrans" cxnId="{611E2A28-0181-4C5B-BFFE-13CF0ECAC6EA}">
      <dgm:prSet/>
      <dgm:spPr/>
      <dgm:t>
        <a:bodyPr/>
        <a:lstStyle/>
        <a:p>
          <a:endParaRPr lang="en-US"/>
        </a:p>
      </dgm:t>
    </dgm:pt>
    <dgm:pt modelId="{B336421E-E9AB-4F3A-A0F7-ABDF4B033B14}">
      <dgm:prSet phldrT="[Text]" custT="1"/>
      <dgm:spPr/>
      <dgm:t>
        <a:bodyPr/>
        <a:lstStyle/>
        <a:p>
          <a:pPr algn="ctr"/>
          <a:r>
            <a:rPr lang="en-US" sz="1200"/>
            <a:t>Actividad Operativa 012</a:t>
          </a:r>
        </a:p>
      </dgm:t>
    </dgm:pt>
    <dgm:pt modelId="{4825F3C7-E9E4-4065-BD7D-8A81ECCBCE01}" type="parTrans" cxnId="{16308414-C42F-4BEB-B8D1-4550894494EE}">
      <dgm:prSet/>
      <dgm:spPr/>
      <dgm:t>
        <a:bodyPr/>
        <a:lstStyle/>
        <a:p>
          <a:endParaRPr lang="en-US"/>
        </a:p>
      </dgm:t>
    </dgm:pt>
    <dgm:pt modelId="{D5B5D26F-EB8F-42F7-BF06-C06E5C65589F}" type="sibTrans" cxnId="{16308414-C42F-4BEB-B8D1-4550894494EE}">
      <dgm:prSet/>
      <dgm:spPr/>
      <dgm:t>
        <a:bodyPr/>
        <a:lstStyle/>
        <a:p>
          <a:endParaRPr lang="en-US"/>
        </a:p>
      </dgm:t>
    </dgm:pt>
    <dgm:pt modelId="{DA7BA1EB-9902-459C-B70F-9C3B6E876879}">
      <dgm:prSet phldrT="[Text]" custT="1"/>
      <dgm:spPr/>
      <dgm:t>
        <a:bodyPr/>
        <a:lstStyle/>
        <a:p>
          <a:pPr algn="ctr"/>
          <a:r>
            <a:rPr lang="en-US" sz="1200"/>
            <a:t>Programa Unidad Desconcentrada</a:t>
          </a:r>
        </a:p>
      </dgm:t>
    </dgm:pt>
    <dgm:pt modelId="{B434B651-FD36-4FED-9FF5-6A0D26F1F24D}" type="parTrans" cxnId="{241C5B09-D9C8-41C6-A255-F5AAAA1CE430}">
      <dgm:prSet/>
      <dgm:spPr/>
      <dgm:t>
        <a:bodyPr/>
        <a:lstStyle/>
        <a:p>
          <a:endParaRPr lang="en-US"/>
        </a:p>
      </dgm:t>
    </dgm:pt>
    <dgm:pt modelId="{82973A37-F259-4DE8-B4A8-C5E9C70C441D}" type="sibTrans" cxnId="{241C5B09-D9C8-41C6-A255-F5AAAA1CE430}">
      <dgm:prSet/>
      <dgm:spPr/>
      <dgm:t>
        <a:bodyPr/>
        <a:lstStyle/>
        <a:p>
          <a:endParaRPr lang="en-US"/>
        </a:p>
      </dgm:t>
    </dgm:pt>
    <dgm:pt modelId="{F47E9BA2-71A6-4231-884D-E75CCC37AF00}">
      <dgm:prSet phldrT="[Text]" custT="1"/>
      <dgm:spPr/>
      <dgm:t>
        <a:bodyPr/>
        <a:lstStyle/>
        <a:p>
          <a:pPr algn="ctr"/>
          <a:r>
            <a:rPr lang="en-US" sz="1200"/>
            <a:t>Subprograma 01</a:t>
          </a:r>
        </a:p>
      </dgm:t>
    </dgm:pt>
    <dgm:pt modelId="{1216C595-DE80-4608-ACDA-8D3B0297AD6C}" type="parTrans" cxnId="{9EA9F0A4-36E6-4045-BE1E-11515923B6B8}">
      <dgm:prSet/>
      <dgm:spPr/>
      <dgm:t>
        <a:bodyPr/>
        <a:lstStyle/>
        <a:p>
          <a:endParaRPr lang="en-US"/>
        </a:p>
      </dgm:t>
    </dgm:pt>
    <dgm:pt modelId="{807A3CFA-E51C-4892-B9F6-C7A1F0A744D1}" type="sibTrans" cxnId="{9EA9F0A4-36E6-4045-BE1E-11515923B6B8}">
      <dgm:prSet/>
      <dgm:spPr/>
      <dgm:t>
        <a:bodyPr/>
        <a:lstStyle/>
        <a:p>
          <a:endParaRPr lang="en-US"/>
        </a:p>
      </dgm:t>
    </dgm:pt>
    <dgm:pt modelId="{DCC336FB-4727-419F-A52E-05F77600BA0D}">
      <dgm:prSet phldrT="[Text]" custT="1"/>
      <dgm:spPr/>
      <dgm:t>
        <a:bodyPr/>
        <a:lstStyle/>
        <a:p>
          <a:pPr algn="ctr"/>
          <a:r>
            <a:rPr lang="en-US" sz="1200" dirty="0"/>
            <a:t>Proyecto 011</a:t>
          </a:r>
        </a:p>
      </dgm:t>
    </dgm:pt>
    <dgm:pt modelId="{8657DEA8-3933-4EC0-B02C-6DC53411119A}" type="parTrans" cxnId="{D4B3D972-C80B-43AF-AB14-F71484189B8D}">
      <dgm:prSet/>
      <dgm:spPr/>
      <dgm:t>
        <a:bodyPr/>
        <a:lstStyle/>
        <a:p>
          <a:endParaRPr lang="en-US"/>
        </a:p>
      </dgm:t>
    </dgm:pt>
    <dgm:pt modelId="{EF1F68F6-D61A-49CA-9417-48560FD90CB2}" type="sibTrans" cxnId="{D4B3D972-C80B-43AF-AB14-F71484189B8D}">
      <dgm:prSet/>
      <dgm:spPr/>
      <dgm:t>
        <a:bodyPr/>
        <a:lstStyle/>
        <a:p>
          <a:endParaRPr lang="en-US"/>
        </a:p>
      </dgm:t>
    </dgm:pt>
    <dgm:pt modelId="{51482BD4-01EA-4E4A-9050-0990F1D7299E}">
      <dgm:prSet phldrT="[Text]" custT="1"/>
      <dgm:spPr/>
      <dgm:t>
        <a:bodyPr/>
        <a:lstStyle/>
        <a:p>
          <a:pPr algn="ctr"/>
          <a:r>
            <a:rPr lang="en-US" sz="1200"/>
            <a:t>Actividad Proy 001</a:t>
          </a:r>
        </a:p>
      </dgm:t>
    </dgm:pt>
    <dgm:pt modelId="{58E44068-33F8-4B06-9ED4-BEA02B19D976}" type="parTrans" cxnId="{934F386C-C074-4C3C-8AF2-C8974AD4D3CA}">
      <dgm:prSet/>
      <dgm:spPr/>
      <dgm:t>
        <a:bodyPr/>
        <a:lstStyle/>
        <a:p>
          <a:endParaRPr lang="en-US"/>
        </a:p>
      </dgm:t>
    </dgm:pt>
    <dgm:pt modelId="{BBF7E62C-529B-4D20-80F1-478117B23BFE}" type="sibTrans" cxnId="{934F386C-C074-4C3C-8AF2-C8974AD4D3CA}">
      <dgm:prSet/>
      <dgm:spPr/>
      <dgm:t>
        <a:bodyPr/>
        <a:lstStyle/>
        <a:p>
          <a:endParaRPr lang="en-US"/>
        </a:p>
      </dgm:t>
    </dgm:pt>
    <dgm:pt modelId="{DD2BC5CF-857E-4583-A024-19134B4829B6}">
      <dgm:prSet phldrT="[Text]" custT="1"/>
      <dgm:spPr/>
      <dgm:t>
        <a:bodyPr/>
        <a:lstStyle/>
        <a:p>
          <a:pPr algn="ctr"/>
          <a:r>
            <a:rPr lang="en-US" sz="1200"/>
            <a:t>Actividad operativa 011</a:t>
          </a:r>
        </a:p>
      </dgm:t>
    </dgm:pt>
    <dgm:pt modelId="{8F0225EE-44ED-4E95-9FB6-E49462B62F8B}" type="parTrans" cxnId="{F0701852-4479-4C53-A2E4-333C4C84D531}">
      <dgm:prSet/>
      <dgm:spPr/>
      <dgm:t>
        <a:bodyPr/>
        <a:lstStyle/>
        <a:p>
          <a:endParaRPr lang="en-US"/>
        </a:p>
      </dgm:t>
    </dgm:pt>
    <dgm:pt modelId="{D75F10B4-E028-49EB-AC46-8AE05389D502}" type="sibTrans" cxnId="{F0701852-4479-4C53-A2E4-333C4C84D531}">
      <dgm:prSet/>
      <dgm:spPr/>
      <dgm:t>
        <a:bodyPr/>
        <a:lstStyle/>
        <a:p>
          <a:endParaRPr lang="en-US"/>
        </a:p>
      </dgm:t>
    </dgm:pt>
    <dgm:pt modelId="{AA40F604-9A29-4A84-A6C3-7E6AB89E7F9B}" type="pres">
      <dgm:prSet presAssocID="{0E448877-6043-4672-8034-36719E1F81A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6D6F5D-D3ED-4C77-8508-7A4C62F218C4}" type="pres">
      <dgm:prSet presAssocID="{3427E312-11B4-420B-9D71-796150D61376}" presName="hierRoot1" presStyleCnt="0">
        <dgm:presLayoutVars>
          <dgm:hierBranch val="init"/>
        </dgm:presLayoutVars>
      </dgm:prSet>
      <dgm:spPr/>
    </dgm:pt>
    <dgm:pt modelId="{B920DE89-A6AE-4986-B23A-4EA41A4EAA2C}" type="pres">
      <dgm:prSet presAssocID="{3427E312-11B4-420B-9D71-796150D61376}" presName="rootComposite1" presStyleCnt="0"/>
      <dgm:spPr/>
    </dgm:pt>
    <dgm:pt modelId="{BFCFAC9B-4444-4C15-B635-23CB607F712D}" type="pres">
      <dgm:prSet presAssocID="{3427E312-11B4-420B-9D71-796150D61376}" presName="rootText1" presStyleLbl="node0" presStyleIdx="0" presStyleCnt="1">
        <dgm:presLayoutVars>
          <dgm:chPref val="3"/>
        </dgm:presLayoutVars>
      </dgm:prSet>
      <dgm:spPr/>
    </dgm:pt>
    <dgm:pt modelId="{6FAF822B-D613-4606-A130-CEAF40E13699}" type="pres">
      <dgm:prSet presAssocID="{3427E312-11B4-420B-9D71-796150D61376}" presName="rootConnector1" presStyleLbl="node1" presStyleIdx="0" presStyleCnt="0"/>
      <dgm:spPr/>
    </dgm:pt>
    <dgm:pt modelId="{F0D274B3-C1E4-455F-9F74-EAE9624411B1}" type="pres">
      <dgm:prSet presAssocID="{3427E312-11B4-420B-9D71-796150D61376}" presName="hierChild2" presStyleCnt="0"/>
      <dgm:spPr/>
    </dgm:pt>
    <dgm:pt modelId="{239D2B24-048B-4A44-AA3D-4B413373ECAF}" type="pres">
      <dgm:prSet presAssocID="{814B1720-DA79-4D4B-951B-A887975D21F6}" presName="Name37" presStyleLbl="parChTrans1D2" presStyleIdx="0" presStyleCnt="3"/>
      <dgm:spPr/>
    </dgm:pt>
    <dgm:pt modelId="{26372DAC-B756-4C33-A62A-09A7C113D143}" type="pres">
      <dgm:prSet presAssocID="{7664B81A-CC6F-4EFA-99BD-84F7A73DE34B}" presName="hierRoot2" presStyleCnt="0">
        <dgm:presLayoutVars>
          <dgm:hierBranch val="init"/>
        </dgm:presLayoutVars>
      </dgm:prSet>
      <dgm:spPr/>
    </dgm:pt>
    <dgm:pt modelId="{D4E39785-6196-45A4-9777-795799F323E7}" type="pres">
      <dgm:prSet presAssocID="{7664B81A-CC6F-4EFA-99BD-84F7A73DE34B}" presName="rootComposite" presStyleCnt="0"/>
      <dgm:spPr/>
    </dgm:pt>
    <dgm:pt modelId="{4E7D197D-0A0A-4991-89C6-363B7503779D}" type="pres">
      <dgm:prSet presAssocID="{7664B81A-CC6F-4EFA-99BD-84F7A73DE34B}" presName="rootText" presStyleLbl="node2" presStyleIdx="0" presStyleCnt="3">
        <dgm:presLayoutVars>
          <dgm:chPref val="3"/>
        </dgm:presLayoutVars>
      </dgm:prSet>
      <dgm:spPr/>
    </dgm:pt>
    <dgm:pt modelId="{8C24E48C-33A6-442B-9683-F9DB322B1F78}" type="pres">
      <dgm:prSet presAssocID="{7664B81A-CC6F-4EFA-99BD-84F7A73DE34B}" presName="rootConnector" presStyleLbl="node2" presStyleIdx="0" presStyleCnt="3"/>
      <dgm:spPr/>
    </dgm:pt>
    <dgm:pt modelId="{B5EF677E-13D3-4A81-A02A-4AB669A8CC62}" type="pres">
      <dgm:prSet presAssocID="{7664B81A-CC6F-4EFA-99BD-84F7A73DE34B}" presName="hierChild4" presStyleCnt="0"/>
      <dgm:spPr/>
    </dgm:pt>
    <dgm:pt modelId="{C1045394-0B0F-4DD4-A50D-ADABA65A9DC1}" type="pres">
      <dgm:prSet presAssocID="{C2E0FD15-3FFF-4489-A504-DAF666ADCFD0}" presName="Name37" presStyleLbl="parChTrans1D3" presStyleIdx="0" presStyleCnt="3"/>
      <dgm:spPr/>
    </dgm:pt>
    <dgm:pt modelId="{05BD8EA9-AC89-4782-A824-13B6E1337C3C}" type="pres">
      <dgm:prSet presAssocID="{398D22B0-DFC7-4101-89E1-343DEF1F2F13}" presName="hierRoot2" presStyleCnt="0">
        <dgm:presLayoutVars>
          <dgm:hierBranch val="init"/>
        </dgm:presLayoutVars>
      </dgm:prSet>
      <dgm:spPr/>
    </dgm:pt>
    <dgm:pt modelId="{D3AE8A98-F9ED-486D-B964-D0C374865576}" type="pres">
      <dgm:prSet presAssocID="{398D22B0-DFC7-4101-89E1-343DEF1F2F13}" presName="rootComposite" presStyleCnt="0"/>
      <dgm:spPr/>
    </dgm:pt>
    <dgm:pt modelId="{E24FE093-082B-423C-A7F4-DEC018ED51ED}" type="pres">
      <dgm:prSet presAssocID="{398D22B0-DFC7-4101-89E1-343DEF1F2F13}" presName="rootText" presStyleLbl="node3" presStyleIdx="0" presStyleCnt="3">
        <dgm:presLayoutVars>
          <dgm:chPref val="3"/>
        </dgm:presLayoutVars>
      </dgm:prSet>
      <dgm:spPr/>
    </dgm:pt>
    <dgm:pt modelId="{70AD2110-E35C-40D7-802E-9A31ACD629D5}" type="pres">
      <dgm:prSet presAssocID="{398D22B0-DFC7-4101-89E1-343DEF1F2F13}" presName="rootConnector" presStyleLbl="node3" presStyleIdx="0" presStyleCnt="3"/>
      <dgm:spPr/>
    </dgm:pt>
    <dgm:pt modelId="{9D445D94-3BAF-420D-8283-BF39C4D18B95}" type="pres">
      <dgm:prSet presAssocID="{398D22B0-DFC7-4101-89E1-343DEF1F2F13}" presName="hierChild4" presStyleCnt="0"/>
      <dgm:spPr/>
    </dgm:pt>
    <dgm:pt modelId="{098E63E5-21C8-478C-B62D-36074913B553}" type="pres">
      <dgm:prSet presAssocID="{1D230642-3C3B-4075-A51D-FFC0DEA3119C}" presName="Name37" presStyleLbl="parChTrans1D4" presStyleIdx="0" presStyleCnt="8"/>
      <dgm:spPr/>
    </dgm:pt>
    <dgm:pt modelId="{07A25D37-7BBD-4EFA-94BF-E6FC4849EA8C}" type="pres">
      <dgm:prSet presAssocID="{0243F523-2470-4F98-A720-D1CB792486EA}" presName="hierRoot2" presStyleCnt="0">
        <dgm:presLayoutVars>
          <dgm:hierBranch val="init"/>
        </dgm:presLayoutVars>
      </dgm:prSet>
      <dgm:spPr/>
    </dgm:pt>
    <dgm:pt modelId="{68FE0453-87D8-486D-B390-E295327AA2C1}" type="pres">
      <dgm:prSet presAssocID="{0243F523-2470-4F98-A720-D1CB792486EA}" presName="rootComposite" presStyleCnt="0"/>
      <dgm:spPr/>
    </dgm:pt>
    <dgm:pt modelId="{86091741-F633-4F64-9003-7AEDF36E1BD8}" type="pres">
      <dgm:prSet presAssocID="{0243F523-2470-4F98-A720-D1CB792486EA}" presName="rootText" presStyleLbl="node4" presStyleIdx="0" presStyleCnt="8">
        <dgm:presLayoutVars>
          <dgm:chPref val="3"/>
        </dgm:presLayoutVars>
      </dgm:prSet>
      <dgm:spPr/>
    </dgm:pt>
    <dgm:pt modelId="{CE2E16B7-0128-436D-899B-35918112B645}" type="pres">
      <dgm:prSet presAssocID="{0243F523-2470-4F98-A720-D1CB792486EA}" presName="rootConnector" presStyleLbl="node4" presStyleIdx="0" presStyleCnt="8"/>
      <dgm:spPr/>
    </dgm:pt>
    <dgm:pt modelId="{F36BAA7F-53AF-4938-9589-28BDF773C5B2}" type="pres">
      <dgm:prSet presAssocID="{0243F523-2470-4F98-A720-D1CB792486EA}" presName="hierChild4" presStyleCnt="0"/>
      <dgm:spPr/>
    </dgm:pt>
    <dgm:pt modelId="{2F8BBD35-CBF4-40F0-811B-779E5F84847F}" type="pres">
      <dgm:prSet presAssocID="{9EFA6B5C-E4B7-4A16-BD41-E72D1AD06774}" presName="Name37" presStyleLbl="parChTrans1D4" presStyleIdx="1" presStyleCnt="8"/>
      <dgm:spPr/>
    </dgm:pt>
    <dgm:pt modelId="{D33DA138-8E96-46EB-9A5A-F68BAA734EDA}" type="pres">
      <dgm:prSet presAssocID="{9EB71560-A863-488D-8026-403F5D0ED27E}" presName="hierRoot2" presStyleCnt="0">
        <dgm:presLayoutVars>
          <dgm:hierBranch val="init"/>
        </dgm:presLayoutVars>
      </dgm:prSet>
      <dgm:spPr/>
    </dgm:pt>
    <dgm:pt modelId="{B3A2D136-B06B-4334-83D0-7A01695EB834}" type="pres">
      <dgm:prSet presAssocID="{9EB71560-A863-488D-8026-403F5D0ED27E}" presName="rootComposite" presStyleCnt="0"/>
      <dgm:spPr/>
    </dgm:pt>
    <dgm:pt modelId="{C94124AD-8849-4179-9E78-E8403E2014F9}" type="pres">
      <dgm:prSet presAssocID="{9EB71560-A863-488D-8026-403F5D0ED27E}" presName="rootText" presStyleLbl="node4" presStyleIdx="1" presStyleCnt="8">
        <dgm:presLayoutVars>
          <dgm:chPref val="3"/>
        </dgm:presLayoutVars>
      </dgm:prSet>
      <dgm:spPr/>
    </dgm:pt>
    <dgm:pt modelId="{A4A3B6E1-2C41-4FEC-B2CF-7311C659B32C}" type="pres">
      <dgm:prSet presAssocID="{9EB71560-A863-488D-8026-403F5D0ED27E}" presName="rootConnector" presStyleLbl="node4" presStyleIdx="1" presStyleCnt="8"/>
      <dgm:spPr/>
    </dgm:pt>
    <dgm:pt modelId="{475E7366-0950-4BB4-93FB-F945B04B30BE}" type="pres">
      <dgm:prSet presAssocID="{9EB71560-A863-488D-8026-403F5D0ED27E}" presName="hierChild4" presStyleCnt="0"/>
      <dgm:spPr/>
    </dgm:pt>
    <dgm:pt modelId="{53C4E1A2-9144-427B-B7A6-0E60DA5BBB6C}" type="pres">
      <dgm:prSet presAssocID="{9EB71560-A863-488D-8026-403F5D0ED27E}" presName="hierChild5" presStyleCnt="0"/>
      <dgm:spPr/>
    </dgm:pt>
    <dgm:pt modelId="{C5A51EFD-4235-48EF-BC21-EDC911FBA674}" type="pres">
      <dgm:prSet presAssocID="{0243F523-2470-4F98-A720-D1CB792486EA}" presName="hierChild5" presStyleCnt="0"/>
      <dgm:spPr/>
    </dgm:pt>
    <dgm:pt modelId="{369A7238-638A-4F85-9E7F-5057E7CAD8E3}" type="pres">
      <dgm:prSet presAssocID="{9E9D18C3-9A70-4F3C-885E-4529866796DF}" presName="Name37" presStyleLbl="parChTrans1D4" presStyleIdx="2" presStyleCnt="8"/>
      <dgm:spPr/>
    </dgm:pt>
    <dgm:pt modelId="{D4D8810B-FA04-42F0-8882-9139BE12B0B3}" type="pres">
      <dgm:prSet presAssocID="{C5D86EEA-71DC-4A49-BF77-4D75F385364A}" presName="hierRoot2" presStyleCnt="0">
        <dgm:presLayoutVars>
          <dgm:hierBranch val="init"/>
        </dgm:presLayoutVars>
      </dgm:prSet>
      <dgm:spPr/>
    </dgm:pt>
    <dgm:pt modelId="{D6860A29-B04F-4AC1-A3F4-74D5046811C7}" type="pres">
      <dgm:prSet presAssocID="{C5D86EEA-71DC-4A49-BF77-4D75F385364A}" presName="rootComposite" presStyleCnt="0"/>
      <dgm:spPr/>
    </dgm:pt>
    <dgm:pt modelId="{DAA97E7C-BD27-47AF-9CE2-ABA5DADF7899}" type="pres">
      <dgm:prSet presAssocID="{C5D86EEA-71DC-4A49-BF77-4D75F385364A}" presName="rootText" presStyleLbl="node4" presStyleIdx="2" presStyleCnt="8">
        <dgm:presLayoutVars>
          <dgm:chPref val="3"/>
        </dgm:presLayoutVars>
      </dgm:prSet>
      <dgm:spPr/>
    </dgm:pt>
    <dgm:pt modelId="{2D5AA6A6-6FEC-49EA-9CC2-274CB8EEAD22}" type="pres">
      <dgm:prSet presAssocID="{C5D86EEA-71DC-4A49-BF77-4D75F385364A}" presName="rootConnector" presStyleLbl="node4" presStyleIdx="2" presStyleCnt="8"/>
      <dgm:spPr/>
    </dgm:pt>
    <dgm:pt modelId="{BB91C160-EF5B-45BB-BEE8-40D0A5DA7B47}" type="pres">
      <dgm:prSet presAssocID="{C5D86EEA-71DC-4A49-BF77-4D75F385364A}" presName="hierChild4" presStyleCnt="0"/>
      <dgm:spPr/>
    </dgm:pt>
    <dgm:pt modelId="{2C463E90-F23A-4256-A68B-27A674522BF8}" type="pres">
      <dgm:prSet presAssocID="{C5D86EEA-71DC-4A49-BF77-4D75F385364A}" presName="hierChild5" presStyleCnt="0"/>
      <dgm:spPr/>
    </dgm:pt>
    <dgm:pt modelId="{994703A9-9AA4-4B25-B5AD-E94AE1DC1037}" type="pres">
      <dgm:prSet presAssocID="{398D22B0-DFC7-4101-89E1-343DEF1F2F13}" presName="hierChild5" presStyleCnt="0"/>
      <dgm:spPr/>
    </dgm:pt>
    <dgm:pt modelId="{B39716CF-6585-495E-8573-6582116551E8}" type="pres">
      <dgm:prSet presAssocID="{7664B81A-CC6F-4EFA-99BD-84F7A73DE34B}" presName="hierChild5" presStyleCnt="0"/>
      <dgm:spPr/>
    </dgm:pt>
    <dgm:pt modelId="{D9A4DD2F-FE0B-42A0-B990-4E32EF493189}" type="pres">
      <dgm:prSet presAssocID="{CD1F5CBE-B319-459F-B6A2-A6B135633A49}" presName="Name37" presStyleLbl="parChTrans1D2" presStyleIdx="1" presStyleCnt="3"/>
      <dgm:spPr/>
    </dgm:pt>
    <dgm:pt modelId="{1E762418-6C6D-433C-8528-05020A0A00E7}" type="pres">
      <dgm:prSet presAssocID="{D4FA76D8-DC9E-4886-B9B9-E1C96757E14B}" presName="hierRoot2" presStyleCnt="0">
        <dgm:presLayoutVars>
          <dgm:hierBranch val="init"/>
        </dgm:presLayoutVars>
      </dgm:prSet>
      <dgm:spPr/>
    </dgm:pt>
    <dgm:pt modelId="{F768C01F-CA5C-4197-B9E4-AE10A185BF41}" type="pres">
      <dgm:prSet presAssocID="{D4FA76D8-DC9E-4886-B9B9-E1C96757E14B}" presName="rootComposite" presStyleCnt="0"/>
      <dgm:spPr/>
    </dgm:pt>
    <dgm:pt modelId="{CE032CD5-83E8-4906-AF4C-A4C65E48E1A9}" type="pres">
      <dgm:prSet presAssocID="{D4FA76D8-DC9E-4886-B9B9-E1C96757E14B}" presName="rootText" presStyleLbl="node2" presStyleIdx="1" presStyleCnt="3">
        <dgm:presLayoutVars>
          <dgm:chPref val="3"/>
        </dgm:presLayoutVars>
      </dgm:prSet>
      <dgm:spPr/>
    </dgm:pt>
    <dgm:pt modelId="{818AB7EF-FE2D-4AA0-A6F6-DABA67D0EEEE}" type="pres">
      <dgm:prSet presAssocID="{D4FA76D8-DC9E-4886-B9B9-E1C96757E14B}" presName="rootConnector" presStyleLbl="node2" presStyleIdx="1" presStyleCnt="3"/>
      <dgm:spPr/>
    </dgm:pt>
    <dgm:pt modelId="{E111C9FF-1994-4E51-8606-D587721A7987}" type="pres">
      <dgm:prSet presAssocID="{D4FA76D8-DC9E-4886-B9B9-E1C96757E14B}" presName="hierChild4" presStyleCnt="0"/>
      <dgm:spPr/>
    </dgm:pt>
    <dgm:pt modelId="{B16D91AC-0C63-49D2-BC8B-FB0ADC43827C}" type="pres">
      <dgm:prSet presAssocID="{F3780C5E-2BBC-49D1-91B4-052938F4D2A4}" presName="Name37" presStyleLbl="parChTrans1D3" presStyleIdx="1" presStyleCnt="3"/>
      <dgm:spPr/>
    </dgm:pt>
    <dgm:pt modelId="{53D032EB-FAF1-4AC9-8FF1-1A8C7E7D7996}" type="pres">
      <dgm:prSet presAssocID="{3F65BAEB-11F0-4544-9E22-68883F8D76ED}" presName="hierRoot2" presStyleCnt="0">
        <dgm:presLayoutVars>
          <dgm:hierBranch val="init"/>
        </dgm:presLayoutVars>
      </dgm:prSet>
      <dgm:spPr/>
    </dgm:pt>
    <dgm:pt modelId="{38EBACE9-464C-4C99-A5B6-209AC16C6EE9}" type="pres">
      <dgm:prSet presAssocID="{3F65BAEB-11F0-4544-9E22-68883F8D76ED}" presName="rootComposite" presStyleCnt="0"/>
      <dgm:spPr/>
    </dgm:pt>
    <dgm:pt modelId="{DD26E369-78F8-4B29-99D2-5B5858A240C1}" type="pres">
      <dgm:prSet presAssocID="{3F65BAEB-11F0-4544-9E22-68883F8D76ED}" presName="rootText" presStyleLbl="node3" presStyleIdx="1" presStyleCnt="3">
        <dgm:presLayoutVars>
          <dgm:chPref val="3"/>
        </dgm:presLayoutVars>
      </dgm:prSet>
      <dgm:spPr/>
    </dgm:pt>
    <dgm:pt modelId="{4D5D565C-50EF-4994-B1AE-C48F17811086}" type="pres">
      <dgm:prSet presAssocID="{3F65BAEB-11F0-4544-9E22-68883F8D76ED}" presName="rootConnector" presStyleLbl="node3" presStyleIdx="1" presStyleCnt="3"/>
      <dgm:spPr/>
    </dgm:pt>
    <dgm:pt modelId="{625B3B29-ED90-42D1-ADC2-5173289568CA}" type="pres">
      <dgm:prSet presAssocID="{3F65BAEB-11F0-4544-9E22-68883F8D76ED}" presName="hierChild4" presStyleCnt="0"/>
      <dgm:spPr/>
    </dgm:pt>
    <dgm:pt modelId="{622A03DE-97A7-4CD3-90FF-E7976D919B10}" type="pres">
      <dgm:prSet presAssocID="{73855699-7069-443A-96FB-0763DD74373C}" presName="Name37" presStyleLbl="parChTrans1D4" presStyleIdx="3" presStyleCnt="8"/>
      <dgm:spPr/>
    </dgm:pt>
    <dgm:pt modelId="{802AD002-3011-48A6-B714-446DBC7647D2}" type="pres">
      <dgm:prSet presAssocID="{C404865C-CA97-4EE3-9EBF-A1282FD57F63}" presName="hierRoot2" presStyleCnt="0">
        <dgm:presLayoutVars>
          <dgm:hierBranch val="init"/>
        </dgm:presLayoutVars>
      </dgm:prSet>
      <dgm:spPr/>
    </dgm:pt>
    <dgm:pt modelId="{83AC686F-52EF-4240-B11C-2D510A0260CB}" type="pres">
      <dgm:prSet presAssocID="{C404865C-CA97-4EE3-9EBF-A1282FD57F63}" presName="rootComposite" presStyleCnt="0"/>
      <dgm:spPr/>
    </dgm:pt>
    <dgm:pt modelId="{4CEA8BFB-9DB4-4F43-993C-1CD4CBD58530}" type="pres">
      <dgm:prSet presAssocID="{C404865C-CA97-4EE3-9EBF-A1282FD57F63}" presName="rootText" presStyleLbl="node4" presStyleIdx="3" presStyleCnt="8">
        <dgm:presLayoutVars>
          <dgm:chPref val="3"/>
        </dgm:presLayoutVars>
      </dgm:prSet>
      <dgm:spPr/>
    </dgm:pt>
    <dgm:pt modelId="{046691DC-4633-4752-A805-1608593B0014}" type="pres">
      <dgm:prSet presAssocID="{C404865C-CA97-4EE3-9EBF-A1282FD57F63}" presName="rootConnector" presStyleLbl="node4" presStyleIdx="3" presStyleCnt="8"/>
      <dgm:spPr/>
    </dgm:pt>
    <dgm:pt modelId="{B27A019C-9CF9-47A3-84BA-02486A2581F5}" type="pres">
      <dgm:prSet presAssocID="{C404865C-CA97-4EE3-9EBF-A1282FD57F63}" presName="hierChild4" presStyleCnt="0"/>
      <dgm:spPr/>
    </dgm:pt>
    <dgm:pt modelId="{DC3ACAFE-C18A-4548-BE59-6E0E454834FF}" type="pres">
      <dgm:prSet presAssocID="{C404865C-CA97-4EE3-9EBF-A1282FD57F63}" presName="hierChild5" presStyleCnt="0"/>
      <dgm:spPr/>
    </dgm:pt>
    <dgm:pt modelId="{29B6EBDE-2BDF-439D-9285-A6EE32F77222}" type="pres">
      <dgm:prSet presAssocID="{4825F3C7-E9E4-4065-BD7D-8A81ECCBCE01}" presName="Name37" presStyleLbl="parChTrans1D4" presStyleIdx="4" presStyleCnt="8"/>
      <dgm:spPr/>
    </dgm:pt>
    <dgm:pt modelId="{4DA23743-DA08-40FD-882C-176F32E9FA8C}" type="pres">
      <dgm:prSet presAssocID="{B336421E-E9AB-4F3A-A0F7-ABDF4B033B14}" presName="hierRoot2" presStyleCnt="0">
        <dgm:presLayoutVars>
          <dgm:hierBranch val="init"/>
        </dgm:presLayoutVars>
      </dgm:prSet>
      <dgm:spPr/>
    </dgm:pt>
    <dgm:pt modelId="{4EBF9980-C58B-4378-BE0E-2E61B9E69ED9}" type="pres">
      <dgm:prSet presAssocID="{B336421E-E9AB-4F3A-A0F7-ABDF4B033B14}" presName="rootComposite" presStyleCnt="0"/>
      <dgm:spPr/>
    </dgm:pt>
    <dgm:pt modelId="{65A8F635-FB7B-4A50-8357-CBFC985A3FEB}" type="pres">
      <dgm:prSet presAssocID="{B336421E-E9AB-4F3A-A0F7-ABDF4B033B14}" presName="rootText" presStyleLbl="node4" presStyleIdx="4" presStyleCnt="8">
        <dgm:presLayoutVars>
          <dgm:chPref val="3"/>
        </dgm:presLayoutVars>
      </dgm:prSet>
      <dgm:spPr/>
    </dgm:pt>
    <dgm:pt modelId="{0637D1A6-E40C-4576-8EE4-AA5754CEEBF2}" type="pres">
      <dgm:prSet presAssocID="{B336421E-E9AB-4F3A-A0F7-ABDF4B033B14}" presName="rootConnector" presStyleLbl="node4" presStyleIdx="4" presStyleCnt="8"/>
      <dgm:spPr/>
    </dgm:pt>
    <dgm:pt modelId="{462FC9DE-4C7D-4930-95BF-2386CF55ADF0}" type="pres">
      <dgm:prSet presAssocID="{B336421E-E9AB-4F3A-A0F7-ABDF4B033B14}" presName="hierChild4" presStyleCnt="0"/>
      <dgm:spPr/>
    </dgm:pt>
    <dgm:pt modelId="{0BCFCB4B-038F-4800-B818-0344A20F8072}" type="pres">
      <dgm:prSet presAssocID="{B336421E-E9AB-4F3A-A0F7-ABDF4B033B14}" presName="hierChild5" presStyleCnt="0"/>
      <dgm:spPr/>
    </dgm:pt>
    <dgm:pt modelId="{32DC7194-22BF-47BD-B316-A8B9EFBB4A3D}" type="pres">
      <dgm:prSet presAssocID="{3F65BAEB-11F0-4544-9E22-68883F8D76ED}" presName="hierChild5" presStyleCnt="0"/>
      <dgm:spPr/>
    </dgm:pt>
    <dgm:pt modelId="{57A39CC7-042C-488F-B0EA-B93C9F544ABE}" type="pres">
      <dgm:prSet presAssocID="{D4FA76D8-DC9E-4886-B9B9-E1C96757E14B}" presName="hierChild5" presStyleCnt="0"/>
      <dgm:spPr/>
    </dgm:pt>
    <dgm:pt modelId="{8094B9FE-2D75-4366-8196-BAAF9FD6408D}" type="pres">
      <dgm:prSet presAssocID="{B434B651-FD36-4FED-9FF5-6A0D26F1F24D}" presName="Name37" presStyleLbl="parChTrans1D2" presStyleIdx="2" presStyleCnt="3"/>
      <dgm:spPr/>
    </dgm:pt>
    <dgm:pt modelId="{C217D3C2-F21A-471F-89E2-AF1D1AF3442F}" type="pres">
      <dgm:prSet presAssocID="{DA7BA1EB-9902-459C-B70F-9C3B6E876879}" presName="hierRoot2" presStyleCnt="0">
        <dgm:presLayoutVars>
          <dgm:hierBranch val="init"/>
        </dgm:presLayoutVars>
      </dgm:prSet>
      <dgm:spPr/>
    </dgm:pt>
    <dgm:pt modelId="{7971B0F7-61B2-4FD7-B928-311B3058F261}" type="pres">
      <dgm:prSet presAssocID="{DA7BA1EB-9902-459C-B70F-9C3B6E876879}" presName="rootComposite" presStyleCnt="0"/>
      <dgm:spPr/>
    </dgm:pt>
    <dgm:pt modelId="{EADD622E-DB8C-44D8-8B39-E800EDA3B985}" type="pres">
      <dgm:prSet presAssocID="{DA7BA1EB-9902-459C-B70F-9C3B6E876879}" presName="rootText" presStyleLbl="node2" presStyleIdx="2" presStyleCnt="3" custScaleX="125042" custScaleY="125798">
        <dgm:presLayoutVars>
          <dgm:chPref val="3"/>
        </dgm:presLayoutVars>
      </dgm:prSet>
      <dgm:spPr/>
    </dgm:pt>
    <dgm:pt modelId="{E44C7696-67F9-499D-AFB5-A18568AB71FC}" type="pres">
      <dgm:prSet presAssocID="{DA7BA1EB-9902-459C-B70F-9C3B6E876879}" presName="rootConnector" presStyleLbl="node2" presStyleIdx="2" presStyleCnt="3"/>
      <dgm:spPr/>
    </dgm:pt>
    <dgm:pt modelId="{22694CFE-6572-403B-9729-2E060277D3F5}" type="pres">
      <dgm:prSet presAssocID="{DA7BA1EB-9902-459C-B70F-9C3B6E876879}" presName="hierChild4" presStyleCnt="0"/>
      <dgm:spPr/>
    </dgm:pt>
    <dgm:pt modelId="{1E5A6C81-3903-4C1D-A60F-80D6C7BAF63B}" type="pres">
      <dgm:prSet presAssocID="{1216C595-DE80-4608-ACDA-8D3B0297AD6C}" presName="Name37" presStyleLbl="parChTrans1D3" presStyleIdx="2" presStyleCnt="3"/>
      <dgm:spPr/>
    </dgm:pt>
    <dgm:pt modelId="{502D041A-3C9D-4E00-B89D-E229A16DE1D3}" type="pres">
      <dgm:prSet presAssocID="{F47E9BA2-71A6-4231-884D-E75CCC37AF00}" presName="hierRoot2" presStyleCnt="0">
        <dgm:presLayoutVars>
          <dgm:hierBranch val="init"/>
        </dgm:presLayoutVars>
      </dgm:prSet>
      <dgm:spPr/>
    </dgm:pt>
    <dgm:pt modelId="{29FB6697-12F0-4675-A34D-578F5E3917A4}" type="pres">
      <dgm:prSet presAssocID="{F47E9BA2-71A6-4231-884D-E75CCC37AF00}" presName="rootComposite" presStyleCnt="0"/>
      <dgm:spPr/>
    </dgm:pt>
    <dgm:pt modelId="{006DD485-060A-4D67-81D2-8676B326C21D}" type="pres">
      <dgm:prSet presAssocID="{F47E9BA2-71A6-4231-884D-E75CCC37AF00}" presName="rootText" presStyleLbl="node3" presStyleIdx="2" presStyleCnt="3">
        <dgm:presLayoutVars>
          <dgm:chPref val="3"/>
        </dgm:presLayoutVars>
      </dgm:prSet>
      <dgm:spPr/>
    </dgm:pt>
    <dgm:pt modelId="{523051F5-A823-4651-B969-08ED27BF4113}" type="pres">
      <dgm:prSet presAssocID="{F47E9BA2-71A6-4231-884D-E75CCC37AF00}" presName="rootConnector" presStyleLbl="node3" presStyleIdx="2" presStyleCnt="3"/>
      <dgm:spPr/>
    </dgm:pt>
    <dgm:pt modelId="{EC94C140-915D-4642-A5CF-E7DC31CA18E7}" type="pres">
      <dgm:prSet presAssocID="{F47E9BA2-71A6-4231-884D-E75CCC37AF00}" presName="hierChild4" presStyleCnt="0"/>
      <dgm:spPr/>
    </dgm:pt>
    <dgm:pt modelId="{82602B46-EFA6-4096-8C96-5A18B2D04E10}" type="pres">
      <dgm:prSet presAssocID="{8F0225EE-44ED-4E95-9FB6-E49462B62F8B}" presName="Name37" presStyleLbl="parChTrans1D4" presStyleIdx="5" presStyleCnt="8"/>
      <dgm:spPr/>
    </dgm:pt>
    <dgm:pt modelId="{5DB85492-44D1-49A6-83C2-AA3BD2A00631}" type="pres">
      <dgm:prSet presAssocID="{DD2BC5CF-857E-4583-A024-19134B4829B6}" presName="hierRoot2" presStyleCnt="0">
        <dgm:presLayoutVars>
          <dgm:hierBranch val="init"/>
        </dgm:presLayoutVars>
      </dgm:prSet>
      <dgm:spPr/>
    </dgm:pt>
    <dgm:pt modelId="{906527C1-B3F5-4DD8-89CC-1FCD1739BA04}" type="pres">
      <dgm:prSet presAssocID="{DD2BC5CF-857E-4583-A024-19134B4829B6}" presName="rootComposite" presStyleCnt="0"/>
      <dgm:spPr/>
    </dgm:pt>
    <dgm:pt modelId="{2DE596E3-7475-4D0E-9E0E-7D61F4DD8415}" type="pres">
      <dgm:prSet presAssocID="{DD2BC5CF-857E-4583-A024-19134B4829B6}" presName="rootText" presStyleLbl="node4" presStyleIdx="5" presStyleCnt="8">
        <dgm:presLayoutVars>
          <dgm:chPref val="3"/>
        </dgm:presLayoutVars>
      </dgm:prSet>
      <dgm:spPr/>
    </dgm:pt>
    <dgm:pt modelId="{BF0E795E-15BF-41DC-8D61-F2605DD0B74A}" type="pres">
      <dgm:prSet presAssocID="{DD2BC5CF-857E-4583-A024-19134B4829B6}" presName="rootConnector" presStyleLbl="node4" presStyleIdx="5" presStyleCnt="8"/>
      <dgm:spPr/>
    </dgm:pt>
    <dgm:pt modelId="{0C2CCCD6-60A7-409E-A5F0-7D62E0CBE7B0}" type="pres">
      <dgm:prSet presAssocID="{DD2BC5CF-857E-4583-A024-19134B4829B6}" presName="hierChild4" presStyleCnt="0"/>
      <dgm:spPr/>
    </dgm:pt>
    <dgm:pt modelId="{4D6DD229-4751-45EA-9C79-F470DE7A47D2}" type="pres">
      <dgm:prSet presAssocID="{DD2BC5CF-857E-4583-A024-19134B4829B6}" presName="hierChild5" presStyleCnt="0"/>
      <dgm:spPr/>
    </dgm:pt>
    <dgm:pt modelId="{C4C5D7BE-09FB-4030-AC72-97C448E8876B}" type="pres">
      <dgm:prSet presAssocID="{8657DEA8-3933-4EC0-B02C-6DC53411119A}" presName="Name37" presStyleLbl="parChTrans1D4" presStyleIdx="6" presStyleCnt="8"/>
      <dgm:spPr/>
    </dgm:pt>
    <dgm:pt modelId="{A97238C2-4AEE-42BF-8B23-2ADB71E63E15}" type="pres">
      <dgm:prSet presAssocID="{DCC336FB-4727-419F-A52E-05F77600BA0D}" presName="hierRoot2" presStyleCnt="0">
        <dgm:presLayoutVars>
          <dgm:hierBranch val="init"/>
        </dgm:presLayoutVars>
      </dgm:prSet>
      <dgm:spPr/>
    </dgm:pt>
    <dgm:pt modelId="{E0F32689-8DD0-4D12-970D-9046F1D0E09B}" type="pres">
      <dgm:prSet presAssocID="{DCC336FB-4727-419F-A52E-05F77600BA0D}" presName="rootComposite" presStyleCnt="0"/>
      <dgm:spPr/>
    </dgm:pt>
    <dgm:pt modelId="{6F0095CA-07BA-47CB-95D8-72EDD6FB6AA3}" type="pres">
      <dgm:prSet presAssocID="{DCC336FB-4727-419F-A52E-05F77600BA0D}" presName="rootText" presStyleLbl="node4" presStyleIdx="6" presStyleCnt="8">
        <dgm:presLayoutVars>
          <dgm:chPref val="3"/>
        </dgm:presLayoutVars>
      </dgm:prSet>
      <dgm:spPr/>
    </dgm:pt>
    <dgm:pt modelId="{1CE2ABC2-9EF0-43FD-9024-0ABA05CC97F0}" type="pres">
      <dgm:prSet presAssocID="{DCC336FB-4727-419F-A52E-05F77600BA0D}" presName="rootConnector" presStyleLbl="node4" presStyleIdx="6" presStyleCnt="8"/>
      <dgm:spPr/>
    </dgm:pt>
    <dgm:pt modelId="{BCF8588C-6F4C-4647-ADA7-3F1CA5A5566E}" type="pres">
      <dgm:prSet presAssocID="{DCC336FB-4727-419F-A52E-05F77600BA0D}" presName="hierChild4" presStyleCnt="0"/>
      <dgm:spPr/>
    </dgm:pt>
    <dgm:pt modelId="{74565410-2D54-45B9-ADE6-B9C0019B978F}" type="pres">
      <dgm:prSet presAssocID="{58E44068-33F8-4B06-9ED4-BEA02B19D976}" presName="Name37" presStyleLbl="parChTrans1D4" presStyleIdx="7" presStyleCnt="8"/>
      <dgm:spPr/>
    </dgm:pt>
    <dgm:pt modelId="{CA983171-F44A-444E-A39F-1C6BF2947548}" type="pres">
      <dgm:prSet presAssocID="{51482BD4-01EA-4E4A-9050-0990F1D7299E}" presName="hierRoot2" presStyleCnt="0">
        <dgm:presLayoutVars>
          <dgm:hierBranch val="init"/>
        </dgm:presLayoutVars>
      </dgm:prSet>
      <dgm:spPr/>
    </dgm:pt>
    <dgm:pt modelId="{6C4C8415-0BE5-4981-BB9D-C6DF0F5C9A1E}" type="pres">
      <dgm:prSet presAssocID="{51482BD4-01EA-4E4A-9050-0990F1D7299E}" presName="rootComposite" presStyleCnt="0"/>
      <dgm:spPr/>
    </dgm:pt>
    <dgm:pt modelId="{D97ADC9C-8D8E-49FC-8BA1-372965BF048A}" type="pres">
      <dgm:prSet presAssocID="{51482BD4-01EA-4E4A-9050-0990F1D7299E}" presName="rootText" presStyleLbl="node4" presStyleIdx="7" presStyleCnt="8">
        <dgm:presLayoutVars>
          <dgm:chPref val="3"/>
        </dgm:presLayoutVars>
      </dgm:prSet>
      <dgm:spPr/>
    </dgm:pt>
    <dgm:pt modelId="{F28B1709-59D7-4E0C-8CFE-EFE76FA339D0}" type="pres">
      <dgm:prSet presAssocID="{51482BD4-01EA-4E4A-9050-0990F1D7299E}" presName="rootConnector" presStyleLbl="node4" presStyleIdx="7" presStyleCnt="8"/>
      <dgm:spPr/>
    </dgm:pt>
    <dgm:pt modelId="{1C121A66-0A90-432F-9FEF-80022CE9D364}" type="pres">
      <dgm:prSet presAssocID="{51482BD4-01EA-4E4A-9050-0990F1D7299E}" presName="hierChild4" presStyleCnt="0"/>
      <dgm:spPr/>
    </dgm:pt>
    <dgm:pt modelId="{B5B089BF-6376-4296-840C-2A163BEF69D5}" type="pres">
      <dgm:prSet presAssocID="{51482BD4-01EA-4E4A-9050-0990F1D7299E}" presName="hierChild5" presStyleCnt="0"/>
      <dgm:spPr/>
    </dgm:pt>
    <dgm:pt modelId="{10401D7E-22EB-4D3A-9177-1C4E2E61CFEB}" type="pres">
      <dgm:prSet presAssocID="{DCC336FB-4727-419F-A52E-05F77600BA0D}" presName="hierChild5" presStyleCnt="0"/>
      <dgm:spPr/>
    </dgm:pt>
    <dgm:pt modelId="{E4448F4B-4839-4C92-BC2B-B0BE3523D275}" type="pres">
      <dgm:prSet presAssocID="{F47E9BA2-71A6-4231-884D-E75CCC37AF00}" presName="hierChild5" presStyleCnt="0"/>
      <dgm:spPr/>
    </dgm:pt>
    <dgm:pt modelId="{59B6B399-2BA8-410E-81A0-E385E79243FB}" type="pres">
      <dgm:prSet presAssocID="{DA7BA1EB-9902-459C-B70F-9C3B6E876879}" presName="hierChild5" presStyleCnt="0"/>
      <dgm:spPr/>
    </dgm:pt>
    <dgm:pt modelId="{6AEE7F1A-5412-46A9-A0A6-807E4B77551C}" type="pres">
      <dgm:prSet presAssocID="{3427E312-11B4-420B-9D71-796150D61376}" presName="hierChild3" presStyleCnt="0"/>
      <dgm:spPr/>
    </dgm:pt>
  </dgm:ptLst>
  <dgm:cxnLst>
    <dgm:cxn modelId="{9A4CA402-E527-4890-A70A-9EEC2941A175}" type="presOf" srcId="{0243F523-2470-4F98-A720-D1CB792486EA}" destId="{CE2E16B7-0128-436D-899B-35918112B645}" srcOrd="1" destOrd="0" presId="urn:microsoft.com/office/officeart/2005/8/layout/orgChart1"/>
    <dgm:cxn modelId="{C33BE206-CBC4-471E-850F-69A2B04CB381}" srcId="{398D22B0-DFC7-4101-89E1-343DEF1F2F13}" destId="{C5D86EEA-71DC-4A49-BF77-4D75F385364A}" srcOrd="1" destOrd="0" parTransId="{9E9D18C3-9A70-4F3C-885E-4529866796DF}" sibTransId="{D7009755-FDD6-4BC9-B69B-C3D53A9BB589}"/>
    <dgm:cxn modelId="{241C5B09-D9C8-41C6-A255-F5AAAA1CE430}" srcId="{3427E312-11B4-420B-9D71-796150D61376}" destId="{DA7BA1EB-9902-459C-B70F-9C3B6E876879}" srcOrd="2" destOrd="0" parTransId="{B434B651-FD36-4FED-9FF5-6A0D26F1F24D}" sibTransId="{82973A37-F259-4DE8-B4A8-C5E9C70C441D}"/>
    <dgm:cxn modelId="{C3CDF90A-D64B-4042-865B-4FD15418C71D}" type="presOf" srcId="{3427E312-11B4-420B-9D71-796150D61376}" destId="{BFCFAC9B-4444-4C15-B635-23CB607F712D}" srcOrd="0" destOrd="0" presId="urn:microsoft.com/office/officeart/2005/8/layout/orgChart1"/>
    <dgm:cxn modelId="{DE603314-8651-4B53-A4B0-1361BC58CA2E}" type="presOf" srcId="{398D22B0-DFC7-4101-89E1-343DEF1F2F13}" destId="{E24FE093-082B-423C-A7F4-DEC018ED51ED}" srcOrd="0" destOrd="0" presId="urn:microsoft.com/office/officeart/2005/8/layout/orgChart1"/>
    <dgm:cxn modelId="{16308414-C42F-4BEB-B8D1-4550894494EE}" srcId="{3F65BAEB-11F0-4544-9E22-68883F8D76ED}" destId="{B336421E-E9AB-4F3A-A0F7-ABDF4B033B14}" srcOrd="1" destOrd="0" parTransId="{4825F3C7-E9E4-4065-BD7D-8A81ECCBCE01}" sibTransId="{D5B5D26F-EB8F-42F7-BF06-C06E5C65589F}"/>
    <dgm:cxn modelId="{5B2C3E1B-0C71-4768-BA92-3A9E5AE75858}" type="presOf" srcId="{B336421E-E9AB-4F3A-A0F7-ABDF4B033B14}" destId="{0637D1A6-E40C-4576-8EE4-AA5754CEEBF2}" srcOrd="1" destOrd="0" presId="urn:microsoft.com/office/officeart/2005/8/layout/orgChart1"/>
    <dgm:cxn modelId="{6F87F921-7671-44B6-B155-6DA43756E3AF}" srcId="{3427E312-11B4-420B-9D71-796150D61376}" destId="{D4FA76D8-DC9E-4886-B9B9-E1C96757E14B}" srcOrd="1" destOrd="0" parTransId="{CD1F5CBE-B319-459F-B6A2-A6B135633A49}" sibTransId="{2C155A51-2196-4565-9E18-DF752047A6DF}"/>
    <dgm:cxn modelId="{49616F24-4FEB-499D-BD99-6CA5B8F66EF4}" type="presOf" srcId="{9EFA6B5C-E4B7-4A16-BD41-E72D1AD06774}" destId="{2F8BBD35-CBF4-40F0-811B-779E5F84847F}" srcOrd="0" destOrd="0" presId="urn:microsoft.com/office/officeart/2005/8/layout/orgChart1"/>
    <dgm:cxn modelId="{7A72C324-E575-4BC4-BD7A-F10420AB754D}" type="presOf" srcId="{1216C595-DE80-4608-ACDA-8D3B0297AD6C}" destId="{1E5A6C81-3903-4C1D-A60F-80D6C7BAF63B}" srcOrd="0" destOrd="0" presId="urn:microsoft.com/office/officeart/2005/8/layout/orgChart1"/>
    <dgm:cxn modelId="{611E2A28-0181-4C5B-BFFE-13CF0ECAC6EA}" srcId="{3F65BAEB-11F0-4544-9E22-68883F8D76ED}" destId="{C404865C-CA97-4EE3-9EBF-A1282FD57F63}" srcOrd="0" destOrd="0" parTransId="{73855699-7069-443A-96FB-0763DD74373C}" sibTransId="{992B6E16-F90C-4B9D-A91B-7DCAC9E5A1A6}"/>
    <dgm:cxn modelId="{C0EC212B-CF67-492C-9D44-CDCC5F3E397D}" type="presOf" srcId="{DD2BC5CF-857E-4583-A024-19134B4829B6}" destId="{BF0E795E-15BF-41DC-8D61-F2605DD0B74A}" srcOrd="1" destOrd="0" presId="urn:microsoft.com/office/officeart/2005/8/layout/orgChart1"/>
    <dgm:cxn modelId="{E4C6702B-D90B-4CDF-AAE1-BCA608898CC4}" type="presOf" srcId="{3427E312-11B4-420B-9D71-796150D61376}" destId="{6FAF822B-D613-4606-A130-CEAF40E13699}" srcOrd="1" destOrd="0" presId="urn:microsoft.com/office/officeart/2005/8/layout/orgChart1"/>
    <dgm:cxn modelId="{E421372E-F4C6-43BB-930A-DD49387665D3}" type="presOf" srcId="{B434B651-FD36-4FED-9FF5-6A0D26F1F24D}" destId="{8094B9FE-2D75-4366-8196-BAAF9FD6408D}" srcOrd="0" destOrd="0" presId="urn:microsoft.com/office/officeart/2005/8/layout/orgChart1"/>
    <dgm:cxn modelId="{9CE18933-71FA-4254-88B2-8CBBDE95E3A1}" srcId="{7664B81A-CC6F-4EFA-99BD-84F7A73DE34B}" destId="{398D22B0-DFC7-4101-89E1-343DEF1F2F13}" srcOrd="0" destOrd="0" parTransId="{C2E0FD15-3FFF-4489-A504-DAF666ADCFD0}" sibTransId="{A3C64C76-EF48-44E3-8E1E-60DD6EB69806}"/>
    <dgm:cxn modelId="{9D6D9C34-3232-4F47-B0C1-586A78172101}" srcId="{0E448877-6043-4672-8034-36719E1F81A2}" destId="{3427E312-11B4-420B-9D71-796150D61376}" srcOrd="0" destOrd="0" parTransId="{56440BED-88D6-427F-8081-8F3B3A4CD878}" sibTransId="{F35A3626-7DCF-4D82-9229-D349BC09DA0C}"/>
    <dgm:cxn modelId="{451C2336-0283-4981-A8BB-12145502AB75}" type="presOf" srcId="{0243F523-2470-4F98-A720-D1CB792486EA}" destId="{86091741-F633-4F64-9003-7AEDF36E1BD8}" srcOrd="0" destOrd="0" presId="urn:microsoft.com/office/officeart/2005/8/layout/orgChart1"/>
    <dgm:cxn modelId="{C4F9F236-7009-4670-997F-573BA570D8C8}" type="presOf" srcId="{9EB71560-A863-488D-8026-403F5D0ED27E}" destId="{A4A3B6E1-2C41-4FEC-B2CF-7311C659B32C}" srcOrd="1" destOrd="0" presId="urn:microsoft.com/office/officeart/2005/8/layout/orgChart1"/>
    <dgm:cxn modelId="{4DD99D3B-E21D-406C-8F51-1EE3E93F4D64}" type="presOf" srcId="{C5D86EEA-71DC-4A49-BF77-4D75F385364A}" destId="{2D5AA6A6-6FEC-49EA-9CC2-274CB8EEAD22}" srcOrd="1" destOrd="0" presId="urn:microsoft.com/office/officeart/2005/8/layout/orgChart1"/>
    <dgm:cxn modelId="{058B363C-6A74-434B-B3A4-990F4EC8B103}" type="presOf" srcId="{C404865C-CA97-4EE3-9EBF-A1282FD57F63}" destId="{046691DC-4633-4752-A805-1608593B0014}" srcOrd="1" destOrd="0" presId="urn:microsoft.com/office/officeart/2005/8/layout/orgChart1"/>
    <dgm:cxn modelId="{357E135C-AFF3-4BAE-8CBC-BBB6B269E403}" type="presOf" srcId="{DD2BC5CF-857E-4583-A024-19134B4829B6}" destId="{2DE596E3-7475-4D0E-9E0E-7D61F4DD8415}" srcOrd="0" destOrd="0" presId="urn:microsoft.com/office/officeart/2005/8/layout/orgChart1"/>
    <dgm:cxn modelId="{325F875F-5E38-48DF-ABC4-BAC62B697AA9}" type="presOf" srcId="{B336421E-E9AB-4F3A-A0F7-ABDF4B033B14}" destId="{65A8F635-FB7B-4A50-8357-CBFC985A3FEB}" srcOrd="0" destOrd="0" presId="urn:microsoft.com/office/officeart/2005/8/layout/orgChart1"/>
    <dgm:cxn modelId="{334C1B64-E915-4991-8677-AC60F30848D3}" srcId="{0243F523-2470-4F98-A720-D1CB792486EA}" destId="{9EB71560-A863-488D-8026-403F5D0ED27E}" srcOrd="0" destOrd="0" parTransId="{9EFA6B5C-E4B7-4A16-BD41-E72D1AD06774}" sibTransId="{DFFEFD01-8B86-4D5A-9152-A9DBB0D804C6}"/>
    <dgm:cxn modelId="{D8B99A48-8B67-43AF-98CE-0AA0FA94833C}" type="presOf" srcId="{F47E9BA2-71A6-4231-884D-E75CCC37AF00}" destId="{523051F5-A823-4651-B969-08ED27BF4113}" srcOrd="1" destOrd="0" presId="urn:microsoft.com/office/officeart/2005/8/layout/orgChart1"/>
    <dgm:cxn modelId="{934F386C-C074-4C3C-8AF2-C8974AD4D3CA}" srcId="{DCC336FB-4727-419F-A52E-05F77600BA0D}" destId="{51482BD4-01EA-4E4A-9050-0990F1D7299E}" srcOrd="0" destOrd="0" parTransId="{58E44068-33F8-4B06-9ED4-BEA02B19D976}" sibTransId="{BBF7E62C-529B-4D20-80F1-478117B23BFE}"/>
    <dgm:cxn modelId="{2F4F596C-D10F-450C-8189-A43C9FCCDE4E}" type="presOf" srcId="{3F65BAEB-11F0-4544-9E22-68883F8D76ED}" destId="{DD26E369-78F8-4B29-99D2-5B5858A240C1}" srcOrd="0" destOrd="0" presId="urn:microsoft.com/office/officeart/2005/8/layout/orgChart1"/>
    <dgm:cxn modelId="{688F1B6E-488D-4E74-9FFF-631F4FEB05BD}" srcId="{D4FA76D8-DC9E-4886-B9B9-E1C96757E14B}" destId="{3F65BAEB-11F0-4544-9E22-68883F8D76ED}" srcOrd="0" destOrd="0" parTransId="{F3780C5E-2BBC-49D1-91B4-052938F4D2A4}" sibTransId="{D31189D4-A780-4FC9-969D-828A16E2EF92}"/>
    <dgm:cxn modelId="{38B58E4E-5A61-4145-9D30-4A11240665C6}" type="presOf" srcId="{F47E9BA2-71A6-4231-884D-E75CCC37AF00}" destId="{006DD485-060A-4D67-81D2-8676B326C21D}" srcOrd="0" destOrd="0" presId="urn:microsoft.com/office/officeart/2005/8/layout/orgChart1"/>
    <dgm:cxn modelId="{54D6B34E-7E68-48A4-8060-7F59E5B849DD}" type="presOf" srcId="{DA7BA1EB-9902-459C-B70F-9C3B6E876879}" destId="{EADD622E-DB8C-44D8-8B39-E800EDA3B985}" srcOrd="0" destOrd="0" presId="urn:microsoft.com/office/officeart/2005/8/layout/orgChart1"/>
    <dgm:cxn modelId="{AB7B8F51-941A-4FF2-B3CB-56D8770A42E8}" type="presOf" srcId="{51482BD4-01EA-4E4A-9050-0990F1D7299E}" destId="{D97ADC9C-8D8E-49FC-8BA1-372965BF048A}" srcOrd="0" destOrd="0" presId="urn:microsoft.com/office/officeart/2005/8/layout/orgChart1"/>
    <dgm:cxn modelId="{F0701852-4479-4C53-A2E4-333C4C84D531}" srcId="{F47E9BA2-71A6-4231-884D-E75CCC37AF00}" destId="{DD2BC5CF-857E-4583-A024-19134B4829B6}" srcOrd="0" destOrd="0" parTransId="{8F0225EE-44ED-4E95-9FB6-E49462B62F8B}" sibTransId="{D75F10B4-E028-49EB-AC46-8AE05389D502}"/>
    <dgm:cxn modelId="{D4B3D972-C80B-43AF-AB14-F71484189B8D}" srcId="{F47E9BA2-71A6-4231-884D-E75CCC37AF00}" destId="{DCC336FB-4727-419F-A52E-05F77600BA0D}" srcOrd="1" destOrd="0" parTransId="{8657DEA8-3933-4EC0-B02C-6DC53411119A}" sibTransId="{EF1F68F6-D61A-49CA-9417-48560FD90CB2}"/>
    <dgm:cxn modelId="{8E09CB55-0799-4E70-B98A-757685106825}" type="presOf" srcId="{F3780C5E-2BBC-49D1-91B4-052938F4D2A4}" destId="{B16D91AC-0C63-49D2-BC8B-FB0ADC43827C}" srcOrd="0" destOrd="0" presId="urn:microsoft.com/office/officeart/2005/8/layout/orgChart1"/>
    <dgm:cxn modelId="{944E7976-285F-4E0A-9A0E-B7AF63AD09DB}" type="presOf" srcId="{C404865C-CA97-4EE3-9EBF-A1282FD57F63}" destId="{4CEA8BFB-9DB4-4F43-993C-1CD4CBD58530}" srcOrd="0" destOrd="0" presId="urn:microsoft.com/office/officeart/2005/8/layout/orgChart1"/>
    <dgm:cxn modelId="{7FFD2558-09B2-4842-8B98-B8A3D834D631}" type="presOf" srcId="{DCC336FB-4727-419F-A52E-05F77600BA0D}" destId="{6F0095CA-07BA-47CB-95D8-72EDD6FB6AA3}" srcOrd="0" destOrd="0" presId="urn:microsoft.com/office/officeart/2005/8/layout/orgChart1"/>
    <dgm:cxn modelId="{75BE127B-E337-43D5-9FD5-4DC3DAA8E155}" type="presOf" srcId="{73855699-7069-443A-96FB-0763DD74373C}" destId="{622A03DE-97A7-4CD3-90FF-E7976D919B10}" srcOrd="0" destOrd="0" presId="urn:microsoft.com/office/officeart/2005/8/layout/orgChart1"/>
    <dgm:cxn modelId="{3644978E-B1EA-4724-9412-545E4B704381}" type="presOf" srcId="{814B1720-DA79-4D4B-951B-A887975D21F6}" destId="{239D2B24-048B-4A44-AA3D-4B413373ECAF}" srcOrd="0" destOrd="0" presId="urn:microsoft.com/office/officeart/2005/8/layout/orgChart1"/>
    <dgm:cxn modelId="{18DAA39E-558C-4C87-9CCB-B784B177DEA0}" type="presOf" srcId="{9EB71560-A863-488D-8026-403F5D0ED27E}" destId="{C94124AD-8849-4179-9E78-E8403E2014F9}" srcOrd="0" destOrd="0" presId="urn:microsoft.com/office/officeart/2005/8/layout/orgChart1"/>
    <dgm:cxn modelId="{DDF6199F-FECE-4A08-88D1-0B8201FFD1E8}" type="presOf" srcId="{D4FA76D8-DC9E-4886-B9B9-E1C96757E14B}" destId="{CE032CD5-83E8-4906-AF4C-A4C65E48E1A9}" srcOrd="0" destOrd="0" presId="urn:microsoft.com/office/officeart/2005/8/layout/orgChart1"/>
    <dgm:cxn modelId="{B45E1CA1-A17D-4456-A93F-F7DE89386E06}" srcId="{398D22B0-DFC7-4101-89E1-343DEF1F2F13}" destId="{0243F523-2470-4F98-A720-D1CB792486EA}" srcOrd="0" destOrd="0" parTransId="{1D230642-3C3B-4075-A51D-FFC0DEA3119C}" sibTransId="{C8C5F241-DB6A-4553-9772-F555C2C6882C}"/>
    <dgm:cxn modelId="{8B759DA3-A0E9-4ECF-AE28-BB272A9FA9D3}" type="presOf" srcId="{4825F3C7-E9E4-4065-BD7D-8A81ECCBCE01}" destId="{29B6EBDE-2BDF-439D-9285-A6EE32F77222}" srcOrd="0" destOrd="0" presId="urn:microsoft.com/office/officeart/2005/8/layout/orgChart1"/>
    <dgm:cxn modelId="{DC2DB0A4-6CB3-43E6-91FD-26BEFB05EABF}" type="presOf" srcId="{C5D86EEA-71DC-4A49-BF77-4D75F385364A}" destId="{DAA97E7C-BD27-47AF-9CE2-ABA5DADF7899}" srcOrd="0" destOrd="0" presId="urn:microsoft.com/office/officeart/2005/8/layout/orgChart1"/>
    <dgm:cxn modelId="{9EA9F0A4-36E6-4045-BE1E-11515923B6B8}" srcId="{DA7BA1EB-9902-459C-B70F-9C3B6E876879}" destId="{F47E9BA2-71A6-4231-884D-E75CCC37AF00}" srcOrd="0" destOrd="0" parTransId="{1216C595-DE80-4608-ACDA-8D3B0297AD6C}" sibTransId="{807A3CFA-E51C-4892-B9F6-C7A1F0A744D1}"/>
    <dgm:cxn modelId="{C13B4DAB-CDF4-4438-9306-AA0569248CAA}" type="presOf" srcId="{9E9D18C3-9A70-4F3C-885E-4529866796DF}" destId="{369A7238-638A-4F85-9E7F-5057E7CAD8E3}" srcOrd="0" destOrd="0" presId="urn:microsoft.com/office/officeart/2005/8/layout/orgChart1"/>
    <dgm:cxn modelId="{8F5009AD-333B-46A8-8180-C003ABAAF476}" type="presOf" srcId="{DA7BA1EB-9902-459C-B70F-9C3B6E876879}" destId="{E44C7696-67F9-499D-AFB5-A18568AB71FC}" srcOrd="1" destOrd="0" presId="urn:microsoft.com/office/officeart/2005/8/layout/orgChart1"/>
    <dgm:cxn modelId="{A3F6AEB0-BE43-44B5-B519-BF74FF78D9C1}" type="presOf" srcId="{DCC336FB-4727-419F-A52E-05F77600BA0D}" destId="{1CE2ABC2-9EF0-43FD-9024-0ABA05CC97F0}" srcOrd="1" destOrd="0" presId="urn:microsoft.com/office/officeart/2005/8/layout/orgChart1"/>
    <dgm:cxn modelId="{E74B22B7-6557-477E-B24E-909EF4A43D60}" type="presOf" srcId="{7664B81A-CC6F-4EFA-99BD-84F7A73DE34B}" destId="{4E7D197D-0A0A-4991-89C6-363B7503779D}" srcOrd="0" destOrd="0" presId="urn:microsoft.com/office/officeart/2005/8/layout/orgChart1"/>
    <dgm:cxn modelId="{2834C1CD-E158-46E4-871E-241B39210422}" type="presOf" srcId="{CD1F5CBE-B319-459F-B6A2-A6B135633A49}" destId="{D9A4DD2F-FE0B-42A0-B990-4E32EF493189}" srcOrd="0" destOrd="0" presId="urn:microsoft.com/office/officeart/2005/8/layout/orgChart1"/>
    <dgm:cxn modelId="{2E3FDDCD-6968-4B02-8F89-9829841AA89C}" type="presOf" srcId="{D4FA76D8-DC9E-4886-B9B9-E1C96757E14B}" destId="{818AB7EF-FE2D-4AA0-A6F6-DABA67D0EEEE}" srcOrd="1" destOrd="0" presId="urn:microsoft.com/office/officeart/2005/8/layout/orgChart1"/>
    <dgm:cxn modelId="{F0B5DDD6-C3E5-4B13-A414-767C0D2036F4}" type="presOf" srcId="{0E448877-6043-4672-8034-36719E1F81A2}" destId="{AA40F604-9A29-4A84-A6C3-7E6AB89E7F9B}" srcOrd="0" destOrd="0" presId="urn:microsoft.com/office/officeart/2005/8/layout/orgChart1"/>
    <dgm:cxn modelId="{7C80EDDA-EEE8-43D7-943B-E68A930211A1}" type="presOf" srcId="{C2E0FD15-3FFF-4489-A504-DAF666ADCFD0}" destId="{C1045394-0B0F-4DD4-A50D-ADABA65A9DC1}" srcOrd="0" destOrd="0" presId="urn:microsoft.com/office/officeart/2005/8/layout/orgChart1"/>
    <dgm:cxn modelId="{FE6953E4-24AD-49F9-90B5-3ED7BE460DB6}" type="presOf" srcId="{58E44068-33F8-4B06-9ED4-BEA02B19D976}" destId="{74565410-2D54-45B9-ADE6-B9C0019B978F}" srcOrd="0" destOrd="0" presId="urn:microsoft.com/office/officeart/2005/8/layout/orgChart1"/>
    <dgm:cxn modelId="{6AACBAEB-DFD0-4267-9A1E-81B10A47DAD5}" type="presOf" srcId="{8657DEA8-3933-4EC0-B02C-6DC53411119A}" destId="{C4C5D7BE-09FB-4030-AC72-97C448E8876B}" srcOrd="0" destOrd="0" presId="urn:microsoft.com/office/officeart/2005/8/layout/orgChart1"/>
    <dgm:cxn modelId="{0B6711EE-1E03-48A4-BB8A-A8853E8BFA66}" type="presOf" srcId="{398D22B0-DFC7-4101-89E1-343DEF1F2F13}" destId="{70AD2110-E35C-40D7-802E-9A31ACD629D5}" srcOrd="1" destOrd="0" presId="urn:microsoft.com/office/officeart/2005/8/layout/orgChart1"/>
    <dgm:cxn modelId="{BD81AEEE-1DAC-44D5-9580-DBB18E10059A}" type="presOf" srcId="{3F65BAEB-11F0-4544-9E22-68883F8D76ED}" destId="{4D5D565C-50EF-4994-B1AE-C48F17811086}" srcOrd="1" destOrd="0" presId="urn:microsoft.com/office/officeart/2005/8/layout/orgChart1"/>
    <dgm:cxn modelId="{A10C77F0-49B3-4285-B329-2D53A11FCC18}" type="presOf" srcId="{1D230642-3C3B-4075-A51D-FFC0DEA3119C}" destId="{098E63E5-21C8-478C-B62D-36074913B553}" srcOrd="0" destOrd="0" presId="urn:microsoft.com/office/officeart/2005/8/layout/orgChart1"/>
    <dgm:cxn modelId="{EEA9BFF2-E735-4D17-9912-281CD551C754}" type="presOf" srcId="{51482BD4-01EA-4E4A-9050-0990F1D7299E}" destId="{F28B1709-59D7-4E0C-8CFE-EFE76FA339D0}" srcOrd="1" destOrd="0" presId="urn:microsoft.com/office/officeart/2005/8/layout/orgChart1"/>
    <dgm:cxn modelId="{278969F6-5D80-42D0-B446-093D427C42D1}" type="presOf" srcId="{7664B81A-CC6F-4EFA-99BD-84F7A73DE34B}" destId="{8C24E48C-33A6-442B-9683-F9DB322B1F78}" srcOrd="1" destOrd="0" presId="urn:microsoft.com/office/officeart/2005/8/layout/orgChart1"/>
    <dgm:cxn modelId="{050643FA-D20E-4366-9F0B-DA1BD9FE7AFA}" srcId="{3427E312-11B4-420B-9D71-796150D61376}" destId="{7664B81A-CC6F-4EFA-99BD-84F7A73DE34B}" srcOrd="0" destOrd="0" parTransId="{814B1720-DA79-4D4B-951B-A887975D21F6}" sibTransId="{BA94A2DD-5435-43E7-9735-03DF54A253A5}"/>
    <dgm:cxn modelId="{F4669CFE-0032-40A7-877C-4118627E597A}" type="presOf" srcId="{8F0225EE-44ED-4E95-9FB6-E49462B62F8B}" destId="{82602B46-EFA6-4096-8C96-5A18B2D04E10}" srcOrd="0" destOrd="0" presId="urn:microsoft.com/office/officeart/2005/8/layout/orgChart1"/>
    <dgm:cxn modelId="{F5ADCEFB-DE8E-471C-B032-996ECCA92F52}" type="presParOf" srcId="{AA40F604-9A29-4A84-A6C3-7E6AB89E7F9B}" destId="{6E6D6F5D-D3ED-4C77-8508-7A4C62F218C4}" srcOrd="0" destOrd="0" presId="urn:microsoft.com/office/officeart/2005/8/layout/orgChart1"/>
    <dgm:cxn modelId="{3D9ADC18-C410-4EC2-90FD-C6AE1C55E1D1}" type="presParOf" srcId="{6E6D6F5D-D3ED-4C77-8508-7A4C62F218C4}" destId="{B920DE89-A6AE-4986-B23A-4EA41A4EAA2C}" srcOrd="0" destOrd="0" presId="urn:microsoft.com/office/officeart/2005/8/layout/orgChart1"/>
    <dgm:cxn modelId="{9EB6C727-DBBD-40B7-9E3A-318BC664B2AB}" type="presParOf" srcId="{B920DE89-A6AE-4986-B23A-4EA41A4EAA2C}" destId="{BFCFAC9B-4444-4C15-B635-23CB607F712D}" srcOrd="0" destOrd="0" presId="urn:microsoft.com/office/officeart/2005/8/layout/orgChart1"/>
    <dgm:cxn modelId="{F4DCA50B-B789-4E3E-9DA1-1EDDC13D9127}" type="presParOf" srcId="{B920DE89-A6AE-4986-B23A-4EA41A4EAA2C}" destId="{6FAF822B-D613-4606-A130-CEAF40E13699}" srcOrd="1" destOrd="0" presId="urn:microsoft.com/office/officeart/2005/8/layout/orgChart1"/>
    <dgm:cxn modelId="{0390C3A2-723C-4800-AE3C-E44C69AE8E9F}" type="presParOf" srcId="{6E6D6F5D-D3ED-4C77-8508-7A4C62F218C4}" destId="{F0D274B3-C1E4-455F-9F74-EAE9624411B1}" srcOrd="1" destOrd="0" presId="urn:microsoft.com/office/officeart/2005/8/layout/orgChart1"/>
    <dgm:cxn modelId="{EE19F648-0692-46C8-840B-E9ACE15F8343}" type="presParOf" srcId="{F0D274B3-C1E4-455F-9F74-EAE9624411B1}" destId="{239D2B24-048B-4A44-AA3D-4B413373ECAF}" srcOrd="0" destOrd="0" presId="urn:microsoft.com/office/officeart/2005/8/layout/orgChart1"/>
    <dgm:cxn modelId="{1FDF8677-0F68-4ECA-870D-E546F085CE2B}" type="presParOf" srcId="{F0D274B3-C1E4-455F-9F74-EAE9624411B1}" destId="{26372DAC-B756-4C33-A62A-09A7C113D143}" srcOrd="1" destOrd="0" presId="urn:microsoft.com/office/officeart/2005/8/layout/orgChart1"/>
    <dgm:cxn modelId="{883E308C-8E4F-47C9-9A7E-1946A9ABBE89}" type="presParOf" srcId="{26372DAC-B756-4C33-A62A-09A7C113D143}" destId="{D4E39785-6196-45A4-9777-795799F323E7}" srcOrd="0" destOrd="0" presId="urn:microsoft.com/office/officeart/2005/8/layout/orgChart1"/>
    <dgm:cxn modelId="{D4AECCE5-0F1B-4340-8BDC-E70C1D41EE8F}" type="presParOf" srcId="{D4E39785-6196-45A4-9777-795799F323E7}" destId="{4E7D197D-0A0A-4991-89C6-363B7503779D}" srcOrd="0" destOrd="0" presId="urn:microsoft.com/office/officeart/2005/8/layout/orgChart1"/>
    <dgm:cxn modelId="{6C25E208-75A2-4958-B83F-9B5D13DCD213}" type="presParOf" srcId="{D4E39785-6196-45A4-9777-795799F323E7}" destId="{8C24E48C-33A6-442B-9683-F9DB322B1F78}" srcOrd="1" destOrd="0" presId="urn:microsoft.com/office/officeart/2005/8/layout/orgChart1"/>
    <dgm:cxn modelId="{0071C31C-9B1F-47B2-B471-0F650C3BAF6C}" type="presParOf" srcId="{26372DAC-B756-4C33-A62A-09A7C113D143}" destId="{B5EF677E-13D3-4A81-A02A-4AB669A8CC62}" srcOrd="1" destOrd="0" presId="urn:microsoft.com/office/officeart/2005/8/layout/orgChart1"/>
    <dgm:cxn modelId="{C6B4CCE6-AE2C-4BF5-B0AA-251C895E6C48}" type="presParOf" srcId="{B5EF677E-13D3-4A81-A02A-4AB669A8CC62}" destId="{C1045394-0B0F-4DD4-A50D-ADABA65A9DC1}" srcOrd="0" destOrd="0" presId="urn:microsoft.com/office/officeart/2005/8/layout/orgChart1"/>
    <dgm:cxn modelId="{9E3C8A51-295D-413D-9CD4-1EEE2E2C49E4}" type="presParOf" srcId="{B5EF677E-13D3-4A81-A02A-4AB669A8CC62}" destId="{05BD8EA9-AC89-4782-A824-13B6E1337C3C}" srcOrd="1" destOrd="0" presId="urn:microsoft.com/office/officeart/2005/8/layout/orgChart1"/>
    <dgm:cxn modelId="{E4DCE1FA-BE4D-4244-9350-F7304E31072A}" type="presParOf" srcId="{05BD8EA9-AC89-4782-A824-13B6E1337C3C}" destId="{D3AE8A98-F9ED-486D-B964-D0C374865576}" srcOrd="0" destOrd="0" presId="urn:microsoft.com/office/officeart/2005/8/layout/orgChart1"/>
    <dgm:cxn modelId="{9C55BEB0-5128-4624-A781-4C46B7B1984C}" type="presParOf" srcId="{D3AE8A98-F9ED-486D-B964-D0C374865576}" destId="{E24FE093-082B-423C-A7F4-DEC018ED51ED}" srcOrd="0" destOrd="0" presId="urn:microsoft.com/office/officeart/2005/8/layout/orgChart1"/>
    <dgm:cxn modelId="{3E14F075-F497-41F6-B607-CA01A5F85846}" type="presParOf" srcId="{D3AE8A98-F9ED-486D-B964-D0C374865576}" destId="{70AD2110-E35C-40D7-802E-9A31ACD629D5}" srcOrd="1" destOrd="0" presId="urn:microsoft.com/office/officeart/2005/8/layout/orgChart1"/>
    <dgm:cxn modelId="{92F7482E-BA95-4493-9C04-0F19AD1CFC9C}" type="presParOf" srcId="{05BD8EA9-AC89-4782-A824-13B6E1337C3C}" destId="{9D445D94-3BAF-420D-8283-BF39C4D18B95}" srcOrd="1" destOrd="0" presId="urn:microsoft.com/office/officeart/2005/8/layout/orgChart1"/>
    <dgm:cxn modelId="{E294E0C9-8EF5-41BC-8D5E-F2A61F3E2FCF}" type="presParOf" srcId="{9D445D94-3BAF-420D-8283-BF39C4D18B95}" destId="{098E63E5-21C8-478C-B62D-36074913B553}" srcOrd="0" destOrd="0" presId="urn:microsoft.com/office/officeart/2005/8/layout/orgChart1"/>
    <dgm:cxn modelId="{E4F011B2-459D-48B0-84F1-867C81B31EDB}" type="presParOf" srcId="{9D445D94-3BAF-420D-8283-BF39C4D18B95}" destId="{07A25D37-7BBD-4EFA-94BF-E6FC4849EA8C}" srcOrd="1" destOrd="0" presId="urn:microsoft.com/office/officeart/2005/8/layout/orgChart1"/>
    <dgm:cxn modelId="{E45E567B-5F04-4BC4-B23D-094D53CC9C20}" type="presParOf" srcId="{07A25D37-7BBD-4EFA-94BF-E6FC4849EA8C}" destId="{68FE0453-87D8-486D-B390-E295327AA2C1}" srcOrd="0" destOrd="0" presId="urn:microsoft.com/office/officeart/2005/8/layout/orgChart1"/>
    <dgm:cxn modelId="{BDC05E1D-5E91-49A0-8151-B1B061E83DF7}" type="presParOf" srcId="{68FE0453-87D8-486D-B390-E295327AA2C1}" destId="{86091741-F633-4F64-9003-7AEDF36E1BD8}" srcOrd="0" destOrd="0" presId="urn:microsoft.com/office/officeart/2005/8/layout/orgChart1"/>
    <dgm:cxn modelId="{CDEA3065-9448-4567-8594-9ECE4A31FE06}" type="presParOf" srcId="{68FE0453-87D8-486D-B390-E295327AA2C1}" destId="{CE2E16B7-0128-436D-899B-35918112B645}" srcOrd="1" destOrd="0" presId="urn:microsoft.com/office/officeart/2005/8/layout/orgChart1"/>
    <dgm:cxn modelId="{1A8F137B-D053-41BD-9C3D-EF8F49F94975}" type="presParOf" srcId="{07A25D37-7BBD-4EFA-94BF-E6FC4849EA8C}" destId="{F36BAA7F-53AF-4938-9589-28BDF773C5B2}" srcOrd="1" destOrd="0" presId="urn:microsoft.com/office/officeart/2005/8/layout/orgChart1"/>
    <dgm:cxn modelId="{EADD373F-DCBD-4529-8BE0-DAC0169E5C0F}" type="presParOf" srcId="{F36BAA7F-53AF-4938-9589-28BDF773C5B2}" destId="{2F8BBD35-CBF4-40F0-811B-779E5F84847F}" srcOrd="0" destOrd="0" presId="urn:microsoft.com/office/officeart/2005/8/layout/orgChart1"/>
    <dgm:cxn modelId="{C77EFBC6-ED40-49C9-92DA-89E3677B4DD1}" type="presParOf" srcId="{F36BAA7F-53AF-4938-9589-28BDF773C5B2}" destId="{D33DA138-8E96-46EB-9A5A-F68BAA734EDA}" srcOrd="1" destOrd="0" presId="urn:microsoft.com/office/officeart/2005/8/layout/orgChart1"/>
    <dgm:cxn modelId="{73C9C69B-F4D3-44EC-ABC2-6E9FF1361DB4}" type="presParOf" srcId="{D33DA138-8E96-46EB-9A5A-F68BAA734EDA}" destId="{B3A2D136-B06B-4334-83D0-7A01695EB834}" srcOrd="0" destOrd="0" presId="urn:microsoft.com/office/officeart/2005/8/layout/orgChart1"/>
    <dgm:cxn modelId="{1FF90CDB-F788-4BB7-9FBD-A41BBC4ADE1E}" type="presParOf" srcId="{B3A2D136-B06B-4334-83D0-7A01695EB834}" destId="{C94124AD-8849-4179-9E78-E8403E2014F9}" srcOrd="0" destOrd="0" presId="urn:microsoft.com/office/officeart/2005/8/layout/orgChart1"/>
    <dgm:cxn modelId="{4240C12D-F97C-419C-814A-7552F3AA46A1}" type="presParOf" srcId="{B3A2D136-B06B-4334-83D0-7A01695EB834}" destId="{A4A3B6E1-2C41-4FEC-B2CF-7311C659B32C}" srcOrd="1" destOrd="0" presId="urn:microsoft.com/office/officeart/2005/8/layout/orgChart1"/>
    <dgm:cxn modelId="{D912CC69-6667-4F1D-9E0E-AA1567EFDB4D}" type="presParOf" srcId="{D33DA138-8E96-46EB-9A5A-F68BAA734EDA}" destId="{475E7366-0950-4BB4-93FB-F945B04B30BE}" srcOrd="1" destOrd="0" presId="urn:microsoft.com/office/officeart/2005/8/layout/orgChart1"/>
    <dgm:cxn modelId="{3C728DF2-00C7-4772-AAB8-683C32DBE007}" type="presParOf" srcId="{D33DA138-8E96-46EB-9A5A-F68BAA734EDA}" destId="{53C4E1A2-9144-427B-B7A6-0E60DA5BBB6C}" srcOrd="2" destOrd="0" presId="urn:microsoft.com/office/officeart/2005/8/layout/orgChart1"/>
    <dgm:cxn modelId="{EB38C0C1-13E7-48FA-8853-E5E369C25CC6}" type="presParOf" srcId="{07A25D37-7BBD-4EFA-94BF-E6FC4849EA8C}" destId="{C5A51EFD-4235-48EF-BC21-EDC911FBA674}" srcOrd="2" destOrd="0" presId="urn:microsoft.com/office/officeart/2005/8/layout/orgChart1"/>
    <dgm:cxn modelId="{121E4F26-C3FF-46F4-9AE7-ED1F7F47911A}" type="presParOf" srcId="{9D445D94-3BAF-420D-8283-BF39C4D18B95}" destId="{369A7238-638A-4F85-9E7F-5057E7CAD8E3}" srcOrd="2" destOrd="0" presId="urn:microsoft.com/office/officeart/2005/8/layout/orgChart1"/>
    <dgm:cxn modelId="{7BBFDE09-AD0B-42C7-B368-7C04BE0EA04C}" type="presParOf" srcId="{9D445D94-3BAF-420D-8283-BF39C4D18B95}" destId="{D4D8810B-FA04-42F0-8882-9139BE12B0B3}" srcOrd="3" destOrd="0" presId="urn:microsoft.com/office/officeart/2005/8/layout/orgChart1"/>
    <dgm:cxn modelId="{92774D06-9F1D-490A-9F99-1732BA192CF8}" type="presParOf" srcId="{D4D8810B-FA04-42F0-8882-9139BE12B0B3}" destId="{D6860A29-B04F-4AC1-A3F4-74D5046811C7}" srcOrd="0" destOrd="0" presId="urn:microsoft.com/office/officeart/2005/8/layout/orgChart1"/>
    <dgm:cxn modelId="{2D8C41C7-1794-4AAB-ADE3-07FBA944FE88}" type="presParOf" srcId="{D6860A29-B04F-4AC1-A3F4-74D5046811C7}" destId="{DAA97E7C-BD27-47AF-9CE2-ABA5DADF7899}" srcOrd="0" destOrd="0" presId="urn:microsoft.com/office/officeart/2005/8/layout/orgChart1"/>
    <dgm:cxn modelId="{563628D9-BADD-42B8-A5D0-4F006CB874BF}" type="presParOf" srcId="{D6860A29-B04F-4AC1-A3F4-74D5046811C7}" destId="{2D5AA6A6-6FEC-49EA-9CC2-274CB8EEAD22}" srcOrd="1" destOrd="0" presId="urn:microsoft.com/office/officeart/2005/8/layout/orgChart1"/>
    <dgm:cxn modelId="{D538D225-7CE0-4C53-8B3F-3571F0E17AA4}" type="presParOf" srcId="{D4D8810B-FA04-42F0-8882-9139BE12B0B3}" destId="{BB91C160-EF5B-45BB-BEE8-40D0A5DA7B47}" srcOrd="1" destOrd="0" presId="urn:microsoft.com/office/officeart/2005/8/layout/orgChart1"/>
    <dgm:cxn modelId="{0CC99B5A-A5DA-4E55-AF15-138A6A286BE9}" type="presParOf" srcId="{D4D8810B-FA04-42F0-8882-9139BE12B0B3}" destId="{2C463E90-F23A-4256-A68B-27A674522BF8}" srcOrd="2" destOrd="0" presId="urn:microsoft.com/office/officeart/2005/8/layout/orgChart1"/>
    <dgm:cxn modelId="{C65A0B59-94D8-40F7-81BE-A3F99372B263}" type="presParOf" srcId="{05BD8EA9-AC89-4782-A824-13B6E1337C3C}" destId="{994703A9-9AA4-4B25-B5AD-E94AE1DC1037}" srcOrd="2" destOrd="0" presId="urn:microsoft.com/office/officeart/2005/8/layout/orgChart1"/>
    <dgm:cxn modelId="{0FE6D972-5CD2-473E-BC10-D7AC7E3C19F0}" type="presParOf" srcId="{26372DAC-B756-4C33-A62A-09A7C113D143}" destId="{B39716CF-6585-495E-8573-6582116551E8}" srcOrd="2" destOrd="0" presId="urn:microsoft.com/office/officeart/2005/8/layout/orgChart1"/>
    <dgm:cxn modelId="{3CC7EB69-F2F3-4628-BA90-A6EBC7A8C010}" type="presParOf" srcId="{F0D274B3-C1E4-455F-9F74-EAE9624411B1}" destId="{D9A4DD2F-FE0B-42A0-B990-4E32EF493189}" srcOrd="2" destOrd="0" presId="urn:microsoft.com/office/officeart/2005/8/layout/orgChart1"/>
    <dgm:cxn modelId="{37A10A04-B82B-4FB9-B98E-D7F267C94992}" type="presParOf" srcId="{F0D274B3-C1E4-455F-9F74-EAE9624411B1}" destId="{1E762418-6C6D-433C-8528-05020A0A00E7}" srcOrd="3" destOrd="0" presId="urn:microsoft.com/office/officeart/2005/8/layout/orgChart1"/>
    <dgm:cxn modelId="{5B54E298-C39A-48A5-B380-48FD650EB8B9}" type="presParOf" srcId="{1E762418-6C6D-433C-8528-05020A0A00E7}" destId="{F768C01F-CA5C-4197-B9E4-AE10A185BF41}" srcOrd="0" destOrd="0" presId="urn:microsoft.com/office/officeart/2005/8/layout/orgChart1"/>
    <dgm:cxn modelId="{DC64F76D-5D23-4219-8454-A2972AB08DF9}" type="presParOf" srcId="{F768C01F-CA5C-4197-B9E4-AE10A185BF41}" destId="{CE032CD5-83E8-4906-AF4C-A4C65E48E1A9}" srcOrd="0" destOrd="0" presId="urn:microsoft.com/office/officeart/2005/8/layout/orgChart1"/>
    <dgm:cxn modelId="{C71B434A-7398-431C-B1C6-320313EBA0C0}" type="presParOf" srcId="{F768C01F-CA5C-4197-B9E4-AE10A185BF41}" destId="{818AB7EF-FE2D-4AA0-A6F6-DABA67D0EEEE}" srcOrd="1" destOrd="0" presId="urn:microsoft.com/office/officeart/2005/8/layout/orgChart1"/>
    <dgm:cxn modelId="{6E28B99E-FF6C-43A6-9456-8FE540B4F18B}" type="presParOf" srcId="{1E762418-6C6D-433C-8528-05020A0A00E7}" destId="{E111C9FF-1994-4E51-8606-D587721A7987}" srcOrd="1" destOrd="0" presId="urn:microsoft.com/office/officeart/2005/8/layout/orgChart1"/>
    <dgm:cxn modelId="{2D29C889-0E82-45DF-9C06-4E1031D3DECD}" type="presParOf" srcId="{E111C9FF-1994-4E51-8606-D587721A7987}" destId="{B16D91AC-0C63-49D2-BC8B-FB0ADC43827C}" srcOrd="0" destOrd="0" presId="urn:microsoft.com/office/officeart/2005/8/layout/orgChart1"/>
    <dgm:cxn modelId="{3816690F-9FFB-4F86-B72E-8D2DE2889B11}" type="presParOf" srcId="{E111C9FF-1994-4E51-8606-D587721A7987}" destId="{53D032EB-FAF1-4AC9-8FF1-1A8C7E7D7996}" srcOrd="1" destOrd="0" presId="urn:microsoft.com/office/officeart/2005/8/layout/orgChart1"/>
    <dgm:cxn modelId="{C594C1DB-D285-43D1-B88E-8C059A8AE678}" type="presParOf" srcId="{53D032EB-FAF1-4AC9-8FF1-1A8C7E7D7996}" destId="{38EBACE9-464C-4C99-A5B6-209AC16C6EE9}" srcOrd="0" destOrd="0" presId="urn:microsoft.com/office/officeart/2005/8/layout/orgChart1"/>
    <dgm:cxn modelId="{709B1F10-DACA-4D83-9EED-6151E27689C6}" type="presParOf" srcId="{38EBACE9-464C-4C99-A5B6-209AC16C6EE9}" destId="{DD26E369-78F8-4B29-99D2-5B5858A240C1}" srcOrd="0" destOrd="0" presId="urn:microsoft.com/office/officeart/2005/8/layout/orgChart1"/>
    <dgm:cxn modelId="{2BE6C403-E697-4CAD-A88B-9D585CAE86B2}" type="presParOf" srcId="{38EBACE9-464C-4C99-A5B6-209AC16C6EE9}" destId="{4D5D565C-50EF-4994-B1AE-C48F17811086}" srcOrd="1" destOrd="0" presId="urn:microsoft.com/office/officeart/2005/8/layout/orgChart1"/>
    <dgm:cxn modelId="{EA24842C-1E8C-4147-9365-1A4BEFF853A4}" type="presParOf" srcId="{53D032EB-FAF1-4AC9-8FF1-1A8C7E7D7996}" destId="{625B3B29-ED90-42D1-ADC2-5173289568CA}" srcOrd="1" destOrd="0" presId="urn:microsoft.com/office/officeart/2005/8/layout/orgChart1"/>
    <dgm:cxn modelId="{A3F473A3-C189-45B3-9E7B-CF0CF19D3176}" type="presParOf" srcId="{625B3B29-ED90-42D1-ADC2-5173289568CA}" destId="{622A03DE-97A7-4CD3-90FF-E7976D919B10}" srcOrd="0" destOrd="0" presId="urn:microsoft.com/office/officeart/2005/8/layout/orgChart1"/>
    <dgm:cxn modelId="{8F86A42C-0121-4D2F-A446-B935707F957E}" type="presParOf" srcId="{625B3B29-ED90-42D1-ADC2-5173289568CA}" destId="{802AD002-3011-48A6-B714-446DBC7647D2}" srcOrd="1" destOrd="0" presId="urn:microsoft.com/office/officeart/2005/8/layout/orgChart1"/>
    <dgm:cxn modelId="{DD78C451-4D4A-4277-A84B-008013F84F4B}" type="presParOf" srcId="{802AD002-3011-48A6-B714-446DBC7647D2}" destId="{83AC686F-52EF-4240-B11C-2D510A0260CB}" srcOrd="0" destOrd="0" presId="urn:microsoft.com/office/officeart/2005/8/layout/orgChart1"/>
    <dgm:cxn modelId="{8E0A931F-6A0C-452D-8940-6F57BF255C28}" type="presParOf" srcId="{83AC686F-52EF-4240-B11C-2D510A0260CB}" destId="{4CEA8BFB-9DB4-4F43-993C-1CD4CBD58530}" srcOrd="0" destOrd="0" presId="urn:microsoft.com/office/officeart/2005/8/layout/orgChart1"/>
    <dgm:cxn modelId="{A6D66905-85CE-4040-B13F-E9AE2935FBD9}" type="presParOf" srcId="{83AC686F-52EF-4240-B11C-2D510A0260CB}" destId="{046691DC-4633-4752-A805-1608593B0014}" srcOrd="1" destOrd="0" presId="urn:microsoft.com/office/officeart/2005/8/layout/orgChart1"/>
    <dgm:cxn modelId="{A40AC307-38B6-4374-90AB-B8D706132D67}" type="presParOf" srcId="{802AD002-3011-48A6-B714-446DBC7647D2}" destId="{B27A019C-9CF9-47A3-84BA-02486A2581F5}" srcOrd="1" destOrd="0" presId="urn:microsoft.com/office/officeart/2005/8/layout/orgChart1"/>
    <dgm:cxn modelId="{BA2D2134-8BA0-4920-8854-A31C48D2D312}" type="presParOf" srcId="{802AD002-3011-48A6-B714-446DBC7647D2}" destId="{DC3ACAFE-C18A-4548-BE59-6E0E454834FF}" srcOrd="2" destOrd="0" presId="urn:microsoft.com/office/officeart/2005/8/layout/orgChart1"/>
    <dgm:cxn modelId="{FB25834C-6701-4B04-B233-5B228AE48333}" type="presParOf" srcId="{625B3B29-ED90-42D1-ADC2-5173289568CA}" destId="{29B6EBDE-2BDF-439D-9285-A6EE32F77222}" srcOrd="2" destOrd="0" presId="urn:microsoft.com/office/officeart/2005/8/layout/orgChart1"/>
    <dgm:cxn modelId="{82C94E4F-4DCC-4100-A268-9D78E21CCEC5}" type="presParOf" srcId="{625B3B29-ED90-42D1-ADC2-5173289568CA}" destId="{4DA23743-DA08-40FD-882C-176F32E9FA8C}" srcOrd="3" destOrd="0" presId="urn:microsoft.com/office/officeart/2005/8/layout/orgChart1"/>
    <dgm:cxn modelId="{89DE7DF2-7EE6-4A21-894D-C3DE945BE97B}" type="presParOf" srcId="{4DA23743-DA08-40FD-882C-176F32E9FA8C}" destId="{4EBF9980-C58B-4378-BE0E-2E61B9E69ED9}" srcOrd="0" destOrd="0" presId="urn:microsoft.com/office/officeart/2005/8/layout/orgChart1"/>
    <dgm:cxn modelId="{77185877-B138-4E7E-A0D9-B4E7B393CD8B}" type="presParOf" srcId="{4EBF9980-C58B-4378-BE0E-2E61B9E69ED9}" destId="{65A8F635-FB7B-4A50-8357-CBFC985A3FEB}" srcOrd="0" destOrd="0" presId="urn:microsoft.com/office/officeart/2005/8/layout/orgChart1"/>
    <dgm:cxn modelId="{379AFCC4-4B17-4CC7-83BB-073A52314E01}" type="presParOf" srcId="{4EBF9980-C58B-4378-BE0E-2E61B9E69ED9}" destId="{0637D1A6-E40C-4576-8EE4-AA5754CEEBF2}" srcOrd="1" destOrd="0" presId="urn:microsoft.com/office/officeart/2005/8/layout/orgChart1"/>
    <dgm:cxn modelId="{2B73CB39-866F-40FE-97AC-1E4E415515E8}" type="presParOf" srcId="{4DA23743-DA08-40FD-882C-176F32E9FA8C}" destId="{462FC9DE-4C7D-4930-95BF-2386CF55ADF0}" srcOrd="1" destOrd="0" presId="urn:microsoft.com/office/officeart/2005/8/layout/orgChart1"/>
    <dgm:cxn modelId="{F8B7FD20-0E9D-45BC-98DB-C64D10511B57}" type="presParOf" srcId="{4DA23743-DA08-40FD-882C-176F32E9FA8C}" destId="{0BCFCB4B-038F-4800-B818-0344A20F8072}" srcOrd="2" destOrd="0" presId="urn:microsoft.com/office/officeart/2005/8/layout/orgChart1"/>
    <dgm:cxn modelId="{B3324A15-F126-4280-B09A-0325A8978576}" type="presParOf" srcId="{53D032EB-FAF1-4AC9-8FF1-1A8C7E7D7996}" destId="{32DC7194-22BF-47BD-B316-A8B9EFBB4A3D}" srcOrd="2" destOrd="0" presId="urn:microsoft.com/office/officeart/2005/8/layout/orgChart1"/>
    <dgm:cxn modelId="{3D6099BD-DC94-4D88-9EB8-3835B4640659}" type="presParOf" srcId="{1E762418-6C6D-433C-8528-05020A0A00E7}" destId="{57A39CC7-042C-488F-B0EA-B93C9F544ABE}" srcOrd="2" destOrd="0" presId="urn:microsoft.com/office/officeart/2005/8/layout/orgChart1"/>
    <dgm:cxn modelId="{0B598C5F-B9D7-4892-89C1-9589531E1D04}" type="presParOf" srcId="{F0D274B3-C1E4-455F-9F74-EAE9624411B1}" destId="{8094B9FE-2D75-4366-8196-BAAF9FD6408D}" srcOrd="4" destOrd="0" presId="urn:microsoft.com/office/officeart/2005/8/layout/orgChart1"/>
    <dgm:cxn modelId="{3A8E6F7A-FB53-469F-88EB-A5633DC9E88D}" type="presParOf" srcId="{F0D274B3-C1E4-455F-9F74-EAE9624411B1}" destId="{C217D3C2-F21A-471F-89E2-AF1D1AF3442F}" srcOrd="5" destOrd="0" presId="urn:microsoft.com/office/officeart/2005/8/layout/orgChart1"/>
    <dgm:cxn modelId="{79C7A266-EDA0-4E82-BE3F-8FA5CCC7B2A3}" type="presParOf" srcId="{C217D3C2-F21A-471F-89E2-AF1D1AF3442F}" destId="{7971B0F7-61B2-4FD7-B928-311B3058F261}" srcOrd="0" destOrd="0" presId="urn:microsoft.com/office/officeart/2005/8/layout/orgChart1"/>
    <dgm:cxn modelId="{6F6F8522-3389-4B5F-9182-A23390A07170}" type="presParOf" srcId="{7971B0F7-61B2-4FD7-B928-311B3058F261}" destId="{EADD622E-DB8C-44D8-8B39-E800EDA3B985}" srcOrd="0" destOrd="0" presId="urn:microsoft.com/office/officeart/2005/8/layout/orgChart1"/>
    <dgm:cxn modelId="{A3A0CF82-333D-4BEC-80F1-C5532E23AC97}" type="presParOf" srcId="{7971B0F7-61B2-4FD7-B928-311B3058F261}" destId="{E44C7696-67F9-499D-AFB5-A18568AB71FC}" srcOrd="1" destOrd="0" presId="urn:microsoft.com/office/officeart/2005/8/layout/orgChart1"/>
    <dgm:cxn modelId="{FFB97D81-D0A0-4F1E-8A47-A0DC4F72B02C}" type="presParOf" srcId="{C217D3C2-F21A-471F-89E2-AF1D1AF3442F}" destId="{22694CFE-6572-403B-9729-2E060277D3F5}" srcOrd="1" destOrd="0" presId="urn:microsoft.com/office/officeart/2005/8/layout/orgChart1"/>
    <dgm:cxn modelId="{86DC511D-C079-452B-B959-2B0DE7AEC791}" type="presParOf" srcId="{22694CFE-6572-403B-9729-2E060277D3F5}" destId="{1E5A6C81-3903-4C1D-A60F-80D6C7BAF63B}" srcOrd="0" destOrd="0" presId="urn:microsoft.com/office/officeart/2005/8/layout/orgChart1"/>
    <dgm:cxn modelId="{0D1D6089-9479-494D-9BBF-619E6629B598}" type="presParOf" srcId="{22694CFE-6572-403B-9729-2E060277D3F5}" destId="{502D041A-3C9D-4E00-B89D-E229A16DE1D3}" srcOrd="1" destOrd="0" presId="urn:microsoft.com/office/officeart/2005/8/layout/orgChart1"/>
    <dgm:cxn modelId="{0DE6DA4C-884A-4EBB-B205-5FED90808231}" type="presParOf" srcId="{502D041A-3C9D-4E00-B89D-E229A16DE1D3}" destId="{29FB6697-12F0-4675-A34D-578F5E3917A4}" srcOrd="0" destOrd="0" presId="urn:microsoft.com/office/officeart/2005/8/layout/orgChart1"/>
    <dgm:cxn modelId="{46AEEF99-CC0E-4913-9058-1487CE9DEDA9}" type="presParOf" srcId="{29FB6697-12F0-4675-A34D-578F5E3917A4}" destId="{006DD485-060A-4D67-81D2-8676B326C21D}" srcOrd="0" destOrd="0" presId="urn:microsoft.com/office/officeart/2005/8/layout/orgChart1"/>
    <dgm:cxn modelId="{530EF36B-4D10-48E9-BA37-80EBF4CB9104}" type="presParOf" srcId="{29FB6697-12F0-4675-A34D-578F5E3917A4}" destId="{523051F5-A823-4651-B969-08ED27BF4113}" srcOrd="1" destOrd="0" presId="urn:microsoft.com/office/officeart/2005/8/layout/orgChart1"/>
    <dgm:cxn modelId="{4837305B-BDF9-4F1E-9348-1D3D1E3B9432}" type="presParOf" srcId="{502D041A-3C9D-4E00-B89D-E229A16DE1D3}" destId="{EC94C140-915D-4642-A5CF-E7DC31CA18E7}" srcOrd="1" destOrd="0" presId="urn:microsoft.com/office/officeart/2005/8/layout/orgChart1"/>
    <dgm:cxn modelId="{1A26D3D3-CBC3-4505-AF8E-CDD853E17BFF}" type="presParOf" srcId="{EC94C140-915D-4642-A5CF-E7DC31CA18E7}" destId="{82602B46-EFA6-4096-8C96-5A18B2D04E10}" srcOrd="0" destOrd="0" presId="urn:microsoft.com/office/officeart/2005/8/layout/orgChart1"/>
    <dgm:cxn modelId="{0CDA2504-7863-429A-8D55-A32A7CD2FC47}" type="presParOf" srcId="{EC94C140-915D-4642-A5CF-E7DC31CA18E7}" destId="{5DB85492-44D1-49A6-83C2-AA3BD2A00631}" srcOrd="1" destOrd="0" presId="urn:microsoft.com/office/officeart/2005/8/layout/orgChart1"/>
    <dgm:cxn modelId="{7E323DC7-729F-4D2D-BF54-5DE2B1F79D42}" type="presParOf" srcId="{5DB85492-44D1-49A6-83C2-AA3BD2A00631}" destId="{906527C1-B3F5-4DD8-89CC-1FCD1739BA04}" srcOrd="0" destOrd="0" presId="urn:microsoft.com/office/officeart/2005/8/layout/orgChart1"/>
    <dgm:cxn modelId="{D971699B-DF07-4AB4-A1CE-F437B8F3609A}" type="presParOf" srcId="{906527C1-B3F5-4DD8-89CC-1FCD1739BA04}" destId="{2DE596E3-7475-4D0E-9E0E-7D61F4DD8415}" srcOrd="0" destOrd="0" presId="urn:microsoft.com/office/officeart/2005/8/layout/orgChart1"/>
    <dgm:cxn modelId="{D8F8DD90-558C-4063-BFC9-34D668026697}" type="presParOf" srcId="{906527C1-B3F5-4DD8-89CC-1FCD1739BA04}" destId="{BF0E795E-15BF-41DC-8D61-F2605DD0B74A}" srcOrd="1" destOrd="0" presId="urn:microsoft.com/office/officeart/2005/8/layout/orgChart1"/>
    <dgm:cxn modelId="{DF21A987-1A03-467B-9C1A-8201270EC5C3}" type="presParOf" srcId="{5DB85492-44D1-49A6-83C2-AA3BD2A00631}" destId="{0C2CCCD6-60A7-409E-A5F0-7D62E0CBE7B0}" srcOrd="1" destOrd="0" presId="urn:microsoft.com/office/officeart/2005/8/layout/orgChart1"/>
    <dgm:cxn modelId="{9A291D9A-1E5A-4FCD-963B-29E82275902A}" type="presParOf" srcId="{5DB85492-44D1-49A6-83C2-AA3BD2A00631}" destId="{4D6DD229-4751-45EA-9C79-F470DE7A47D2}" srcOrd="2" destOrd="0" presId="urn:microsoft.com/office/officeart/2005/8/layout/orgChart1"/>
    <dgm:cxn modelId="{630C744B-9BAE-4920-A04C-09EE10EAC6AE}" type="presParOf" srcId="{EC94C140-915D-4642-A5CF-E7DC31CA18E7}" destId="{C4C5D7BE-09FB-4030-AC72-97C448E8876B}" srcOrd="2" destOrd="0" presId="urn:microsoft.com/office/officeart/2005/8/layout/orgChart1"/>
    <dgm:cxn modelId="{BE1631E9-AD8F-4899-AD56-40AC387F7505}" type="presParOf" srcId="{EC94C140-915D-4642-A5CF-E7DC31CA18E7}" destId="{A97238C2-4AEE-42BF-8B23-2ADB71E63E15}" srcOrd="3" destOrd="0" presId="urn:microsoft.com/office/officeart/2005/8/layout/orgChart1"/>
    <dgm:cxn modelId="{C50D0A3B-594C-4ED6-948D-1C73D92B5841}" type="presParOf" srcId="{A97238C2-4AEE-42BF-8B23-2ADB71E63E15}" destId="{E0F32689-8DD0-4D12-970D-9046F1D0E09B}" srcOrd="0" destOrd="0" presId="urn:microsoft.com/office/officeart/2005/8/layout/orgChart1"/>
    <dgm:cxn modelId="{2581D153-FDB3-42FC-B000-69CC3E3EC8B4}" type="presParOf" srcId="{E0F32689-8DD0-4D12-970D-9046F1D0E09B}" destId="{6F0095CA-07BA-47CB-95D8-72EDD6FB6AA3}" srcOrd="0" destOrd="0" presId="urn:microsoft.com/office/officeart/2005/8/layout/orgChart1"/>
    <dgm:cxn modelId="{531E8CFA-19C7-484B-9F15-F13AF0E20A9D}" type="presParOf" srcId="{E0F32689-8DD0-4D12-970D-9046F1D0E09B}" destId="{1CE2ABC2-9EF0-43FD-9024-0ABA05CC97F0}" srcOrd="1" destOrd="0" presId="urn:microsoft.com/office/officeart/2005/8/layout/orgChart1"/>
    <dgm:cxn modelId="{C9757EBA-DAD6-459F-A6FA-921A49F6E80F}" type="presParOf" srcId="{A97238C2-4AEE-42BF-8B23-2ADB71E63E15}" destId="{BCF8588C-6F4C-4647-ADA7-3F1CA5A5566E}" srcOrd="1" destOrd="0" presId="urn:microsoft.com/office/officeart/2005/8/layout/orgChart1"/>
    <dgm:cxn modelId="{54906E6C-4C8B-4B35-93F9-C231BB582782}" type="presParOf" srcId="{BCF8588C-6F4C-4647-ADA7-3F1CA5A5566E}" destId="{74565410-2D54-45B9-ADE6-B9C0019B978F}" srcOrd="0" destOrd="0" presId="urn:microsoft.com/office/officeart/2005/8/layout/orgChart1"/>
    <dgm:cxn modelId="{0A741C97-8ACB-492C-99E0-AF44F8A7358E}" type="presParOf" srcId="{BCF8588C-6F4C-4647-ADA7-3F1CA5A5566E}" destId="{CA983171-F44A-444E-A39F-1C6BF2947548}" srcOrd="1" destOrd="0" presId="urn:microsoft.com/office/officeart/2005/8/layout/orgChart1"/>
    <dgm:cxn modelId="{358D9F3B-7186-4FA4-B0FD-6810DEEEC4BA}" type="presParOf" srcId="{CA983171-F44A-444E-A39F-1C6BF2947548}" destId="{6C4C8415-0BE5-4981-BB9D-C6DF0F5C9A1E}" srcOrd="0" destOrd="0" presId="urn:microsoft.com/office/officeart/2005/8/layout/orgChart1"/>
    <dgm:cxn modelId="{C883F770-AB20-4DA2-A131-079DB2B1B91A}" type="presParOf" srcId="{6C4C8415-0BE5-4981-BB9D-C6DF0F5C9A1E}" destId="{D97ADC9C-8D8E-49FC-8BA1-372965BF048A}" srcOrd="0" destOrd="0" presId="urn:microsoft.com/office/officeart/2005/8/layout/orgChart1"/>
    <dgm:cxn modelId="{323CCD12-2C6E-440F-BCCB-8D956FE9DAA3}" type="presParOf" srcId="{6C4C8415-0BE5-4981-BB9D-C6DF0F5C9A1E}" destId="{F28B1709-59D7-4E0C-8CFE-EFE76FA339D0}" srcOrd="1" destOrd="0" presId="urn:microsoft.com/office/officeart/2005/8/layout/orgChart1"/>
    <dgm:cxn modelId="{67EBF03C-E82A-4C23-8575-1A321D34AC3F}" type="presParOf" srcId="{CA983171-F44A-444E-A39F-1C6BF2947548}" destId="{1C121A66-0A90-432F-9FEF-80022CE9D364}" srcOrd="1" destOrd="0" presId="urn:microsoft.com/office/officeart/2005/8/layout/orgChart1"/>
    <dgm:cxn modelId="{1848AE81-0822-415B-8A2F-371FEB69AD58}" type="presParOf" srcId="{CA983171-F44A-444E-A39F-1C6BF2947548}" destId="{B5B089BF-6376-4296-840C-2A163BEF69D5}" srcOrd="2" destOrd="0" presId="urn:microsoft.com/office/officeart/2005/8/layout/orgChart1"/>
    <dgm:cxn modelId="{56788F01-00D7-4D64-A05F-8166AC3CC908}" type="presParOf" srcId="{A97238C2-4AEE-42BF-8B23-2ADB71E63E15}" destId="{10401D7E-22EB-4D3A-9177-1C4E2E61CFEB}" srcOrd="2" destOrd="0" presId="urn:microsoft.com/office/officeart/2005/8/layout/orgChart1"/>
    <dgm:cxn modelId="{8E6D6FDB-348D-4CC9-A2AB-2F3E09C1B48B}" type="presParOf" srcId="{502D041A-3C9D-4E00-B89D-E229A16DE1D3}" destId="{E4448F4B-4839-4C92-BC2B-B0BE3523D275}" srcOrd="2" destOrd="0" presId="urn:microsoft.com/office/officeart/2005/8/layout/orgChart1"/>
    <dgm:cxn modelId="{CA5032E9-275A-4AFE-84B9-1CC12FBD0EF1}" type="presParOf" srcId="{C217D3C2-F21A-471F-89E2-AF1D1AF3442F}" destId="{59B6B399-2BA8-410E-81A0-E385E79243FB}" srcOrd="2" destOrd="0" presId="urn:microsoft.com/office/officeart/2005/8/layout/orgChart1"/>
    <dgm:cxn modelId="{358E281B-D3B4-496C-9598-B7902732EE88}" type="presParOf" srcId="{6E6D6F5D-D3ED-4C77-8508-7A4C62F218C4}" destId="{6AEE7F1A-5412-46A9-A0A6-807E4B77551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024D52-4CC0-43E1-8C8C-1AE2AB647660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ES"/>
        </a:p>
      </dgm:t>
    </dgm:pt>
    <dgm:pt modelId="{B7964A94-CBA3-41A8-B612-91AFB9DB4E0C}">
      <dgm:prSet phldrT="[Text]" custT="1"/>
      <dgm:spPr/>
      <dgm:t>
        <a:bodyPr/>
        <a:lstStyle/>
        <a:p>
          <a:r>
            <a:rPr lang="en-US" sz="900"/>
            <a:t>Definición estructura programática inicial</a:t>
          </a:r>
        </a:p>
      </dgm:t>
    </dgm:pt>
    <dgm:pt modelId="{40587E6B-7A3C-432F-8C3F-60DFF4F94994}" type="parTrans" cxnId="{CFC8F703-5E70-4104-A806-F0B130305234}">
      <dgm:prSet/>
      <dgm:spPr/>
      <dgm:t>
        <a:bodyPr/>
        <a:lstStyle/>
        <a:p>
          <a:endParaRPr lang="en-US" sz="900"/>
        </a:p>
      </dgm:t>
    </dgm:pt>
    <dgm:pt modelId="{6756055F-8F3F-47CD-9E09-6067D71D777C}" type="sibTrans" cxnId="{CFC8F703-5E70-4104-A806-F0B130305234}">
      <dgm:prSet custT="1"/>
      <dgm:spPr/>
      <dgm:t>
        <a:bodyPr/>
        <a:lstStyle/>
        <a:p>
          <a:endParaRPr lang="en-US" sz="900"/>
        </a:p>
      </dgm:t>
    </dgm:pt>
    <dgm:pt modelId="{8522A194-9597-40DC-8875-3A6AFF091564}">
      <dgm:prSet phldrT="[Text]" custT="1"/>
      <dgm:spPr/>
      <dgm:t>
        <a:bodyPr/>
        <a:lstStyle/>
        <a:p>
          <a:r>
            <a:rPr lang="en-US" sz="900"/>
            <a:t>Elaboración de POA en dependencias con estructura programática</a:t>
          </a:r>
        </a:p>
      </dgm:t>
    </dgm:pt>
    <dgm:pt modelId="{820456E8-510B-4573-A7BF-A6F60BBB9EDD}" type="parTrans" cxnId="{EEDCD08F-C0FD-4870-AA65-E4CE92255AF7}">
      <dgm:prSet/>
      <dgm:spPr/>
      <dgm:t>
        <a:bodyPr/>
        <a:lstStyle/>
        <a:p>
          <a:endParaRPr lang="en-US" sz="900"/>
        </a:p>
      </dgm:t>
    </dgm:pt>
    <dgm:pt modelId="{FB381B1C-1457-4D3E-A0CD-B4F902145A4E}" type="sibTrans" cxnId="{EEDCD08F-C0FD-4870-AA65-E4CE92255AF7}">
      <dgm:prSet custT="1"/>
      <dgm:spPr/>
      <dgm:t>
        <a:bodyPr/>
        <a:lstStyle/>
        <a:p>
          <a:endParaRPr lang="en-US" sz="900"/>
        </a:p>
      </dgm:t>
    </dgm:pt>
    <dgm:pt modelId="{11E4E07B-EF41-4C48-9959-E6947A4439E5}">
      <dgm:prSet phldrT="[Text]" custT="1"/>
      <dgm:spPr/>
      <dgm:t>
        <a:bodyPr/>
        <a:lstStyle/>
        <a:p>
          <a:r>
            <a:rPr lang="en-US" sz="900"/>
            <a:t>Solicitud de apertura programática</a:t>
          </a:r>
        </a:p>
      </dgm:t>
    </dgm:pt>
    <dgm:pt modelId="{449F91A2-FA85-498D-BF07-BD38C86CE587}" type="parTrans" cxnId="{5BF74D3D-29CA-40E2-BBA0-5BB1642770CF}">
      <dgm:prSet/>
      <dgm:spPr/>
      <dgm:t>
        <a:bodyPr/>
        <a:lstStyle/>
        <a:p>
          <a:endParaRPr lang="en-US" sz="900"/>
        </a:p>
      </dgm:t>
    </dgm:pt>
    <dgm:pt modelId="{EB02F78F-C7D4-4C17-B474-2D15E5EA5E38}" type="sibTrans" cxnId="{5BF74D3D-29CA-40E2-BBA0-5BB1642770CF}">
      <dgm:prSet custT="1"/>
      <dgm:spPr/>
      <dgm:t>
        <a:bodyPr/>
        <a:lstStyle/>
        <a:p>
          <a:endParaRPr lang="en-US" sz="900"/>
        </a:p>
      </dgm:t>
    </dgm:pt>
    <dgm:pt modelId="{40BC8A11-B91C-475C-A6DE-350167242DCC}">
      <dgm:prSet phldrT="[Text]" custT="1"/>
      <dgm:spPr/>
      <dgm:t>
        <a:bodyPr/>
        <a:lstStyle/>
        <a:p>
          <a:r>
            <a:rPr lang="en-US" sz="900" dirty="0" err="1"/>
            <a:t>Análisis</a:t>
          </a:r>
          <a:r>
            <a:rPr lang="en-US" sz="900" dirty="0"/>
            <a:t> de </a:t>
          </a:r>
          <a:r>
            <a:rPr lang="en-US" sz="900" dirty="0" err="1"/>
            <a:t>Estructura</a:t>
          </a:r>
          <a:r>
            <a:rPr lang="en-US" sz="900" dirty="0"/>
            <a:t> </a:t>
          </a:r>
          <a:r>
            <a:rPr lang="en-US" sz="900" dirty="0" err="1"/>
            <a:t>Programática</a:t>
          </a:r>
          <a:r>
            <a:rPr lang="en-US" sz="900" dirty="0"/>
            <a:t> e </a:t>
          </a:r>
          <a:r>
            <a:rPr lang="en-US" sz="900" dirty="0" err="1"/>
            <a:t>inclusión</a:t>
          </a:r>
          <a:r>
            <a:rPr lang="en-US" sz="900" dirty="0"/>
            <a:t> de </a:t>
          </a:r>
          <a:r>
            <a:rPr lang="en-US" sz="900" dirty="0" err="1"/>
            <a:t>proyectos</a:t>
          </a:r>
          <a:endParaRPr lang="en-US" sz="900" dirty="0"/>
        </a:p>
      </dgm:t>
    </dgm:pt>
    <dgm:pt modelId="{F3BC3B6F-F0BE-4563-818B-A1F60F616A73}" type="parTrans" cxnId="{EABE1E0C-E93B-4024-B8A5-133B45B7EB67}">
      <dgm:prSet/>
      <dgm:spPr/>
      <dgm:t>
        <a:bodyPr/>
        <a:lstStyle/>
        <a:p>
          <a:endParaRPr lang="en-US" sz="900"/>
        </a:p>
      </dgm:t>
    </dgm:pt>
    <dgm:pt modelId="{45AAF999-5B39-4B22-88B0-0A99C6DD1A72}" type="sibTrans" cxnId="{EABE1E0C-E93B-4024-B8A5-133B45B7EB67}">
      <dgm:prSet custT="1"/>
      <dgm:spPr/>
      <dgm:t>
        <a:bodyPr/>
        <a:lstStyle/>
        <a:p>
          <a:endParaRPr lang="en-US" sz="900"/>
        </a:p>
      </dgm:t>
    </dgm:pt>
    <dgm:pt modelId="{B9A03E40-2E65-4B89-83E8-8285BD9C543C}">
      <dgm:prSet phldrT="[Text]" custT="1"/>
      <dgm:spPr/>
      <dgm:t>
        <a:bodyPr/>
        <a:lstStyle/>
        <a:p>
          <a:r>
            <a:rPr lang="en-US" sz="900" dirty="0" err="1"/>
            <a:t>Vinculación</a:t>
          </a:r>
          <a:r>
            <a:rPr lang="en-US" sz="900" dirty="0"/>
            <a:t> </a:t>
          </a:r>
          <a:r>
            <a:rPr lang="en-US" sz="900" dirty="0" err="1"/>
            <a:t>estructura</a:t>
          </a:r>
          <a:r>
            <a:rPr lang="en-US" sz="900" dirty="0"/>
            <a:t> con </a:t>
          </a:r>
          <a:r>
            <a:rPr lang="en-US" sz="900" dirty="0" err="1"/>
            <a:t>clasificadores</a:t>
          </a:r>
          <a:r>
            <a:rPr lang="en-US" sz="900" dirty="0"/>
            <a:t> y </a:t>
          </a:r>
          <a:r>
            <a:rPr lang="en-US" sz="900" dirty="0" err="1"/>
            <a:t>catálogos</a:t>
          </a:r>
          <a:endParaRPr lang="en-US" sz="900" dirty="0"/>
        </a:p>
      </dgm:t>
    </dgm:pt>
    <dgm:pt modelId="{4A55FD03-49B9-4798-811B-4A85B66C7796}" type="parTrans" cxnId="{C0E81E77-F61A-497C-B244-E2C7A64826B0}">
      <dgm:prSet/>
      <dgm:spPr/>
      <dgm:t>
        <a:bodyPr/>
        <a:lstStyle/>
        <a:p>
          <a:endParaRPr lang="en-US" sz="900"/>
        </a:p>
      </dgm:t>
    </dgm:pt>
    <dgm:pt modelId="{930E33EF-EB54-4F4F-957A-2BC82768F148}" type="sibTrans" cxnId="{C0E81E77-F61A-497C-B244-E2C7A64826B0}">
      <dgm:prSet custT="1"/>
      <dgm:spPr/>
      <dgm:t>
        <a:bodyPr/>
        <a:lstStyle/>
        <a:p>
          <a:endParaRPr lang="en-US" sz="900"/>
        </a:p>
      </dgm:t>
    </dgm:pt>
    <dgm:pt modelId="{E13B2606-CBC7-429B-8335-689EAE1741BD}">
      <dgm:prSet phldrT="[Text]" custT="1"/>
      <dgm:spPr/>
      <dgm:t>
        <a:bodyPr/>
        <a:lstStyle/>
        <a:p>
          <a:r>
            <a:rPr lang="en-US" sz="900"/>
            <a:t>Estructura Programática final</a:t>
          </a:r>
        </a:p>
      </dgm:t>
    </dgm:pt>
    <dgm:pt modelId="{4E1D948C-7164-4E4E-BF64-D29CA310C14E}" type="parTrans" cxnId="{40E5386C-A216-49D9-8B1D-E64A8C3D145F}">
      <dgm:prSet/>
      <dgm:spPr/>
      <dgm:t>
        <a:bodyPr/>
        <a:lstStyle/>
        <a:p>
          <a:endParaRPr lang="en-US" sz="900"/>
        </a:p>
      </dgm:t>
    </dgm:pt>
    <dgm:pt modelId="{0FF8007E-6E94-4D23-B2EF-05D3D4017786}" type="sibTrans" cxnId="{40E5386C-A216-49D9-8B1D-E64A8C3D145F}">
      <dgm:prSet/>
      <dgm:spPr/>
      <dgm:t>
        <a:bodyPr/>
        <a:lstStyle/>
        <a:p>
          <a:endParaRPr lang="en-US" sz="900"/>
        </a:p>
      </dgm:t>
    </dgm:pt>
    <dgm:pt modelId="{BE9274F2-DC5C-4F41-9B3F-86C39DF7CD81}" type="pres">
      <dgm:prSet presAssocID="{D9024D52-4CC0-43E1-8C8C-1AE2AB647660}" presName="Name0" presStyleCnt="0">
        <dgm:presLayoutVars>
          <dgm:dir/>
          <dgm:resizeHandles val="exact"/>
        </dgm:presLayoutVars>
      </dgm:prSet>
      <dgm:spPr/>
    </dgm:pt>
    <dgm:pt modelId="{2D0B96C5-926F-4F4F-A8A2-E729F49E675B}" type="pres">
      <dgm:prSet presAssocID="{B7964A94-CBA3-41A8-B612-91AFB9DB4E0C}" presName="node" presStyleLbl="node1" presStyleIdx="0" presStyleCnt="6">
        <dgm:presLayoutVars>
          <dgm:bulletEnabled val="1"/>
        </dgm:presLayoutVars>
      </dgm:prSet>
      <dgm:spPr/>
    </dgm:pt>
    <dgm:pt modelId="{4F7A0A8B-A8A3-4FCF-BE8F-700EB22CCACC}" type="pres">
      <dgm:prSet presAssocID="{6756055F-8F3F-47CD-9E09-6067D71D777C}" presName="sibTrans" presStyleLbl="sibTrans2D1" presStyleIdx="0" presStyleCnt="5"/>
      <dgm:spPr/>
    </dgm:pt>
    <dgm:pt modelId="{7C9A7A32-248A-46DF-8A43-7B8EB9A1EF36}" type="pres">
      <dgm:prSet presAssocID="{6756055F-8F3F-47CD-9E09-6067D71D777C}" presName="connectorText" presStyleLbl="sibTrans2D1" presStyleIdx="0" presStyleCnt="5"/>
      <dgm:spPr/>
    </dgm:pt>
    <dgm:pt modelId="{3BDEC20D-E9FA-4E46-82D5-CB4F2849AC96}" type="pres">
      <dgm:prSet presAssocID="{8522A194-9597-40DC-8875-3A6AFF091564}" presName="node" presStyleLbl="node1" presStyleIdx="1" presStyleCnt="6">
        <dgm:presLayoutVars>
          <dgm:bulletEnabled val="1"/>
        </dgm:presLayoutVars>
      </dgm:prSet>
      <dgm:spPr/>
    </dgm:pt>
    <dgm:pt modelId="{7C1A33B1-CC1D-43ED-94AD-8560A45B4E94}" type="pres">
      <dgm:prSet presAssocID="{FB381B1C-1457-4D3E-A0CD-B4F902145A4E}" presName="sibTrans" presStyleLbl="sibTrans2D1" presStyleIdx="1" presStyleCnt="5"/>
      <dgm:spPr/>
    </dgm:pt>
    <dgm:pt modelId="{11D5B0D9-B3A2-4881-9C36-8B7418FDBC61}" type="pres">
      <dgm:prSet presAssocID="{FB381B1C-1457-4D3E-A0CD-B4F902145A4E}" presName="connectorText" presStyleLbl="sibTrans2D1" presStyleIdx="1" presStyleCnt="5"/>
      <dgm:spPr/>
    </dgm:pt>
    <dgm:pt modelId="{EBA72DE4-E99C-4CE1-AF3F-A9FFA5F3441F}" type="pres">
      <dgm:prSet presAssocID="{11E4E07B-EF41-4C48-9959-E6947A4439E5}" presName="node" presStyleLbl="node1" presStyleIdx="2" presStyleCnt="6">
        <dgm:presLayoutVars>
          <dgm:bulletEnabled val="1"/>
        </dgm:presLayoutVars>
      </dgm:prSet>
      <dgm:spPr/>
    </dgm:pt>
    <dgm:pt modelId="{62F8A2D4-58EE-453C-8503-1C1043D61765}" type="pres">
      <dgm:prSet presAssocID="{EB02F78F-C7D4-4C17-B474-2D15E5EA5E38}" presName="sibTrans" presStyleLbl="sibTrans2D1" presStyleIdx="2" presStyleCnt="5"/>
      <dgm:spPr/>
    </dgm:pt>
    <dgm:pt modelId="{1225EC47-81E1-43E5-96E3-C0F3980ADBE0}" type="pres">
      <dgm:prSet presAssocID="{EB02F78F-C7D4-4C17-B474-2D15E5EA5E38}" presName="connectorText" presStyleLbl="sibTrans2D1" presStyleIdx="2" presStyleCnt="5"/>
      <dgm:spPr/>
    </dgm:pt>
    <dgm:pt modelId="{E68AAA2E-ED1F-45B4-A9AE-EAA52CA52AD7}" type="pres">
      <dgm:prSet presAssocID="{40BC8A11-B91C-475C-A6DE-350167242DCC}" presName="node" presStyleLbl="node1" presStyleIdx="3" presStyleCnt="6">
        <dgm:presLayoutVars>
          <dgm:bulletEnabled val="1"/>
        </dgm:presLayoutVars>
      </dgm:prSet>
      <dgm:spPr/>
    </dgm:pt>
    <dgm:pt modelId="{6A7229AD-F280-4CCE-BD20-5793B52183BC}" type="pres">
      <dgm:prSet presAssocID="{45AAF999-5B39-4B22-88B0-0A99C6DD1A72}" presName="sibTrans" presStyleLbl="sibTrans2D1" presStyleIdx="3" presStyleCnt="5"/>
      <dgm:spPr/>
    </dgm:pt>
    <dgm:pt modelId="{0BA0AD5A-83A0-4407-A18E-A3A3AB543CAD}" type="pres">
      <dgm:prSet presAssocID="{45AAF999-5B39-4B22-88B0-0A99C6DD1A72}" presName="connectorText" presStyleLbl="sibTrans2D1" presStyleIdx="3" presStyleCnt="5"/>
      <dgm:spPr/>
    </dgm:pt>
    <dgm:pt modelId="{E079EFF3-1DB3-4715-A518-09971BD3128C}" type="pres">
      <dgm:prSet presAssocID="{B9A03E40-2E65-4B89-83E8-8285BD9C543C}" presName="node" presStyleLbl="node1" presStyleIdx="4" presStyleCnt="6">
        <dgm:presLayoutVars>
          <dgm:bulletEnabled val="1"/>
        </dgm:presLayoutVars>
      </dgm:prSet>
      <dgm:spPr/>
    </dgm:pt>
    <dgm:pt modelId="{902BE16C-FFB6-4085-9B9A-66BBBBD4FB96}" type="pres">
      <dgm:prSet presAssocID="{930E33EF-EB54-4F4F-957A-2BC82768F148}" presName="sibTrans" presStyleLbl="sibTrans2D1" presStyleIdx="4" presStyleCnt="5"/>
      <dgm:spPr/>
    </dgm:pt>
    <dgm:pt modelId="{0CAFEB20-659A-4C56-9A69-3FAC7F5FDC9D}" type="pres">
      <dgm:prSet presAssocID="{930E33EF-EB54-4F4F-957A-2BC82768F148}" presName="connectorText" presStyleLbl="sibTrans2D1" presStyleIdx="4" presStyleCnt="5"/>
      <dgm:spPr/>
    </dgm:pt>
    <dgm:pt modelId="{75EAFF4E-B8B4-48D2-B98C-6B2E8D8AEB37}" type="pres">
      <dgm:prSet presAssocID="{E13B2606-CBC7-429B-8335-689EAE1741BD}" presName="node" presStyleLbl="node1" presStyleIdx="5" presStyleCnt="6">
        <dgm:presLayoutVars>
          <dgm:bulletEnabled val="1"/>
        </dgm:presLayoutVars>
      </dgm:prSet>
      <dgm:spPr/>
    </dgm:pt>
  </dgm:ptLst>
  <dgm:cxnLst>
    <dgm:cxn modelId="{CFC8F703-5E70-4104-A806-F0B130305234}" srcId="{D9024D52-4CC0-43E1-8C8C-1AE2AB647660}" destId="{B7964A94-CBA3-41A8-B612-91AFB9DB4E0C}" srcOrd="0" destOrd="0" parTransId="{40587E6B-7A3C-432F-8C3F-60DFF4F94994}" sibTransId="{6756055F-8F3F-47CD-9E09-6067D71D777C}"/>
    <dgm:cxn modelId="{EABE1E0C-E93B-4024-B8A5-133B45B7EB67}" srcId="{D9024D52-4CC0-43E1-8C8C-1AE2AB647660}" destId="{40BC8A11-B91C-475C-A6DE-350167242DCC}" srcOrd="3" destOrd="0" parTransId="{F3BC3B6F-F0BE-4563-818B-A1F60F616A73}" sibTransId="{45AAF999-5B39-4B22-88B0-0A99C6DD1A72}"/>
    <dgm:cxn modelId="{68B95F13-70DA-4395-9662-6C0AF2CD1439}" type="presOf" srcId="{B7964A94-CBA3-41A8-B612-91AFB9DB4E0C}" destId="{2D0B96C5-926F-4F4F-A8A2-E729F49E675B}" srcOrd="0" destOrd="0" presId="urn:microsoft.com/office/officeart/2005/8/layout/process1"/>
    <dgm:cxn modelId="{EAD6FB15-88E4-408A-82B7-77DBB04509A3}" type="presOf" srcId="{D9024D52-4CC0-43E1-8C8C-1AE2AB647660}" destId="{BE9274F2-DC5C-4F41-9B3F-86C39DF7CD81}" srcOrd="0" destOrd="0" presId="urn:microsoft.com/office/officeart/2005/8/layout/process1"/>
    <dgm:cxn modelId="{5BF74D3D-29CA-40E2-BBA0-5BB1642770CF}" srcId="{D9024D52-4CC0-43E1-8C8C-1AE2AB647660}" destId="{11E4E07B-EF41-4C48-9959-E6947A4439E5}" srcOrd="2" destOrd="0" parTransId="{449F91A2-FA85-498D-BF07-BD38C86CE587}" sibTransId="{EB02F78F-C7D4-4C17-B474-2D15E5EA5E38}"/>
    <dgm:cxn modelId="{E0F4EB40-C857-4E5B-B7C7-EB3F48254EF5}" type="presOf" srcId="{FB381B1C-1457-4D3E-A0CD-B4F902145A4E}" destId="{7C1A33B1-CC1D-43ED-94AD-8560A45B4E94}" srcOrd="0" destOrd="0" presId="urn:microsoft.com/office/officeart/2005/8/layout/process1"/>
    <dgm:cxn modelId="{FB43AB5F-D931-454A-B85D-F9A1813191E3}" type="presOf" srcId="{6756055F-8F3F-47CD-9E09-6067D71D777C}" destId="{7C9A7A32-248A-46DF-8A43-7B8EB9A1EF36}" srcOrd="1" destOrd="0" presId="urn:microsoft.com/office/officeart/2005/8/layout/process1"/>
    <dgm:cxn modelId="{40E5386C-A216-49D9-8B1D-E64A8C3D145F}" srcId="{D9024D52-4CC0-43E1-8C8C-1AE2AB647660}" destId="{E13B2606-CBC7-429B-8335-689EAE1741BD}" srcOrd="5" destOrd="0" parTransId="{4E1D948C-7164-4E4E-BF64-D29CA310C14E}" sibTransId="{0FF8007E-6E94-4D23-B2EF-05D3D4017786}"/>
    <dgm:cxn modelId="{FEF00E6D-7D7E-41A4-8613-B29B13527251}" type="presOf" srcId="{EB02F78F-C7D4-4C17-B474-2D15E5EA5E38}" destId="{62F8A2D4-58EE-453C-8503-1C1043D61765}" srcOrd="0" destOrd="0" presId="urn:microsoft.com/office/officeart/2005/8/layout/process1"/>
    <dgm:cxn modelId="{C0E81E77-F61A-497C-B244-E2C7A64826B0}" srcId="{D9024D52-4CC0-43E1-8C8C-1AE2AB647660}" destId="{B9A03E40-2E65-4B89-83E8-8285BD9C543C}" srcOrd="4" destOrd="0" parTransId="{4A55FD03-49B9-4798-811B-4A85B66C7796}" sibTransId="{930E33EF-EB54-4F4F-957A-2BC82768F148}"/>
    <dgm:cxn modelId="{EEDCD08F-C0FD-4870-AA65-E4CE92255AF7}" srcId="{D9024D52-4CC0-43E1-8C8C-1AE2AB647660}" destId="{8522A194-9597-40DC-8875-3A6AFF091564}" srcOrd="1" destOrd="0" parTransId="{820456E8-510B-4573-A7BF-A6F60BBB9EDD}" sibTransId="{FB381B1C-1457-4D3E-A0CD-B4F902145A4E}"/>
    <dgm:cxn modelId="{FFDFD790-087D-46DC-942E-91533C605230}" type="presOf" srcId="{930E33EF-EB54-4F4F-957A-2BC82768F148}" destId="{0CAFEB20-659A-4C56-9A69-3FAC7F5FDC9D}" srcOrd="1" destOrd="0" presId="urn:microsoft.com/office/officeart/2005/8/layout/process1"/>
    <dgm:cxn modelId="{C5A84FA4-555D-42F8-913A-12D298603F4B}" type="presOf" srcId="{40BC8A11-B91C-475C-A6DE-350167242DCC}" destId="{E68AAA2E-ED1F-45B4-A9AE-EAA52CA52AD7}" srcOrd="0" destOrd="0" presId="urn:microsoft.com/office/officeart/2005/8/layout/process1"/>
    <dgm:cxn modelId="{A643F4B3-F15D-47D5-8701-1B60D5536E70}" type="presOf" srcId="{45AAF999-5B39-4B22-88B0-0A99C6DD1A72}" destId="{6A7229AD-F280-4CCE-BD20-5793B52183BC}" srcOrd="0" destOrd="0" presId="urn:microsoft.com/office/officeart/2005/8/layout/process1"/>
    <dgm:cxn modelId="{8A3EB0BB-8AA6-4D7A-ABC8-713607C9893C}" type="presOf" srcId="{B9A03E40-2E65-4B89-83E8-8285BD9C543C}" destId="{E079EFF3-1DB3-4715-A518-09971BD3128C}" srcOrd="0" destOrd="0" presId="urn:microsoft.com/office/officeart/2005/8/layout/process1"/>
    <dgm:cxn modelId="{61F011BE-87D6-4078-B9F9-C00F7D0488FB}" type="presOf" srcId="{6756055F-8F3F-47CD-9E09-6067D71D777C}" destId="{4F7A0A8B-A8A3-4FCF-BE8F-700EB22CCACC}" srcOrd="0" destOrd="0" presId="urn:microsoft.com/office/officeart/2005/8/layout/process1"/>
    <dgm:cxn modelId="{46C34CBE-5B7C-4C0B-A374-0BF22B9B8D17}" type="presOf" srcId="{EB02F78F-C7D4-4C17-B474-2D15E5EA5E38}" destId="{1225EC47-81E1-43E5-96E3-C0F3980ADBE0}" srcOrd="1" destOrd="0" presId="urn:microsoft.com/office/officeart/2005/8/layout/process1"/>
    <dgm:cxn modelId="{296CF3C0-EF21-4E13-A1EC-B43C5FBF2767}" type="presOf" srcId="{930E33EF-EB54-4F4F-957A-2BC82768F148}" destId="{902BE16C-FFB6-4085-9B9A-66BBBBD4FB96}" srcOrd="0" destOrd="0" presId="urn:microsoft.com/office/officeart/2005/8/layout/process1"/>
    <dgm:cxn modelId="{647413C6-D60C-46E2-AA03-8FC1B9B4DFB0}" type="presOf" srcId="{E13B2606-CBC7-429B-8335-689EAE1741BD}" destId="{75EAFF4E-B8B4-48D2-B98C-6B2E8D8AEB37}" srcOrd="0" destOrd="0" presId="urn:microsoft.com/office/officeart/2005/8/layout/process1"/>
    <dgm:cxn modelId="{8F4D6DE9-2BAC-4873-9E00-69D004274A26}" type="presOf" srcId="{45AAF999-5B39-4B22-88B0-0A99C6DD1A72}" destId="{0BA0AD5A-83A0-4407-A18E-A3A3AB543CAD}" srcOrd="1" destOrd="0" presId="urn:microsoft.com/office/officeart/2005/8/layout/process1"/>
    <dgm:cxn modelId="{2D7AB2F3-B837-474A-9702-A2EF33828D6C}" type="presOf" srcId="{11E4E07B-EF41-4C48-9959-E6947A4439E5}" destId="{EBA72DE4-E99C-4CE1-AF3F-A9FFA5F3441F}" srcOrd="0" destOrd="0" presId="urn:microsoft.com/office/officeart/2005/8/layout/process1"/>
    <dgm:cxn modelId="{BD88A7F8-78BA-4808-B343-26F76127A363}" type="presOf" srcId="{8522A194-9597-40DC-8875-3A6AFF091564}" destId="{3BDEC20D-E9FA-4E46-82D5-CB4F2849AC96}" srcOrd="0" destOrd="0" presId="urn:microsoft.com/office/officeart/2005/8/layout/process1"/>
    <dgm:cxn modelId="{72D015F9-94FD-4B5E-93D7-CC7B1D4B8CC2}" type="presOf" srcId="{FB381B1C-1457-4D3E-A0CD-B4F902145A4E}" destId="{11D5B0D9-B3A2-4881-9C36-8B7418FDBC61}" srcOrd="1" destOrd="0" presId="urn:microsoft.com/office/officeart/2005/8/layout/process1"/>
    <dgm:cxn modelId="{A25C342F-CD97-4E77-A217-D803BBC253ED}" type="presParOf" srcId="{BE9274F2-DC5C-4F41-9B3F-86C39DF7CD81}" destId="{2D0B96C5-926F-4F4F-A8A2-E729F49E675B}" srcOrd="0" destOrd="0" presId="urn:microsoft.com/office/officeart/2005/8/layout/process1"/>
    <dgm:cxn modelId="{D30DF6E4-E3A7-40F6-9D39-467E01F414A7}" type="presParOf" srcId="{BE9274F2-DC5C-4F41-9B3F-86C39DF7CD81}" destId="{4F7A0A8B-A8A3-4FCF-BE8F-700EB22CCACC}" srcOrd="1" destOrd="0" presId="urn:microsoft.com/office/officeart/2005/8/layout/process1"/>
    <dgm:cxn modelId="{1BE79089-8081-4EF1-8F86-08AF21A4410C}" type="presParOf" srcId="{4F7A0A8B-A8A3-4FCF-BE8F-700EB22CCACC}" destId="{7C9A7A32-248A-46DF-8A43-7B8EB9A1EF36}" srcOrd="0" destOrd="0" presId="urn:microsoft.com/office/officeart/2005/8/layout/process1"/>
    <dgm:cxn modelId="{62139E58-E4C1-4D6A-A1E1-56A004BF6CD7}" type="presParOf" srcId="{BE9274F2-DC5C-4F41-9B3F-86C39DF7CD81}" destId="{3BDEC20D-E9FA-4E46-82D5-CB4F2849AC96}" srcOrd="2" destOrd="0" presId="urn:microsoft.com/office/officeart/2005/8/layout/process1"/>
    <dgm:cxn modelId="{76CA9450-EEBD-4D1C-8621-3BAFF1BFFCEE}" type="presParOf" srcId="{BE9274F2-DC5C-4F41-9B3F-86C39DF7CD81}" destId="{7C1A33B1-CC1D-43ED-94AD-8560A45B4E94}" srcOrd="3" destOrd="0" presId="urn:microsoft.com/office/officeart/2005/8/layout/process1"/>
    <dgm:cxn modelId="{ADF82765-80FD-40A2-A8B9-2395ECC241FF}" type="presParOf" srcId="{7C1A33B1-CC1D-43ED-94AD-8560A45B4E94}" destId="{11D5B0D9-B3A2-4881-9C36-8B7418FDBC61}" srcOrd="0" destOrd="0" presId="urn:microsoft.com/office/officeart/2005/8/layout/process1"/>
    <dgm:cxn modelId="{D7A190E5-25D8-4C03-85D8-F59CA60735AE}" type="presParOf" srcId="{BE9274F2-DC5C-4F41-9B3F-86C39DF7CD81}" destId="{EBA72DE4-E99C-4CE1-AF3F-A9FFA5F3441F}" srcOrd="4" destOrd="0" presId="urn:microsoft.com/office/officeart/2005/8/layout/process1"/>
    <dgm:cxn modelId="{0CD06668-192E-4A32-931E-68A13124645A}" type="presParOf" srcId="{BE9274F2-DC5C-4F41-9B3F-86C39DF7CD81}" destId="{62F8A2D4-58EE-453C-8503-1C1043D61765}" srcOrd="5" destOrd="0" presId="urn:microsoft.com/office/officeart/2005/8/layout/process1"/>
    <dgm:cxn modelId="{A876667D-3DCB-422B-96DE-A071CB418BA8}" type="presParOf" srcId="{62F8A2D4-58EE-453C-8503-1C1043D61765}" destId="{1225EC47-81E1-43E5-96E3-C0F3980ADBE0}" srcOrd="0" destOrd="0" presId="urn:microsoft.com/office/officeart/2005/8/layout/process1"/>
    <dgm:cxn modelId="{FB541534-F729-409D-AF78-12F31209E7B8}" type="presParOf" srcId="{BE9274F2-DC5C-4F41-9B3F-86C39DF7CD81}" destId="{E68AAA2E-ED1F-45B4-A9AE-EAA52CA52AD7}" srcOrd="6" destOrd="0" presId="urn:microsoft.com/office/officeart/2005/8/layout/process1"/>
    <dgm:cxn modelId="{73DFCFF9-60DF-4D2A-B408-F59C5F20F3FA}" type="presParOf" srcId="{BE9274F2-DC5C-4F41-9B3F-86C39DF7CD81}" destId="{6A7229AD-F280-4CCE-BD20-5793B52183BC}" srcOrd="7" destOrd="0" presId="urn:microsoft.com/office/officeart/2005/8/layout/process1"/>
    <dgm:cxn modelId="{DBED3648-A32B-4A34-AF80-6DC72DA9AF57}" type="presParOf" srcId="{6A7229AD-F280-4CCE-BD20-5793B52183BC}" destId="{0BA0AD5A-83A0-4407-A18E-A3A3AB543CAD}" srcOrd="0" destOrd="0" presId="urn:microsoft.com/office/officeart/2005/8/layout/process1"/>
    <dgm:cxn modelId="{0C386696-2FD1-4721-98E5-C775895867A7}" type="presParOf" srcId="{BE9274F2-DC5C-4F41-9B3F-86C39DF7CD81}" destId="{E079EFF3-1DB3-4715-A518-09971BD3128C}" srcOrd="8" destOrd="0" presId="urn:microsoft.com/office/officeart/2005/8/layout/process1"/>
    <dgm:cxn modelId="{CE66FA95-FAF0-4DF7-9DCF-E61BBA66C881}" type="presParOf" srcId="{BE9274F2-DC5C-4F41-9B3F-86C39DF7CD81}" destId="{902BE16C-FFB6-4085-9B9A-66BBBBD4FB96}" srcOrd="9" destOrd="0" presId="urn:microsoft.com/office/officeart/2005/8/layout/process1"/>
    <dgm:cxn modelId="{C9EEC34A-3F32-4930-AA45-3BEBFED72FA9}" type="presParOf" srcId="{902BE16C-FFB6-4085-9B9A-66BBBBD4FB96}" destId="{0CAFEB20-659A-4C56-9A69-3FAC7F5FDC9D}" srcOrd="0" destOrd="0" presId="urn:microsoft.com/office/officeart/2005/8/layout/process1"/>
    <dgm:cxn modelId="{E484F6C2-EF13-48DB-95D1-132D1AFC378C}" type="presParOf" srcId="{BE9274F2-DC5C-4F41-9B3F-86C39DF7CD81}" destId="{75EAFF4E-B8B4-48D2-B98C-6B2E8D8AEB37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E482652-A682-4FC3-AA90-398F6FBD97A2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6FDB6AB9-7599-407D-A203-27C74F4A0E08}">
      <dgm:prSet phldrT="[Text]" custT="1"/>
      <dgm:spPr>
        <a:xfrm>
          <a:off x="4284" y="593310"/>
          <a:ext cx="402781" cy="411592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Análisis de la situación</a:t>
          </a:r>
        </a:p>
      </dgm:t>
    </dgm:pt>
    <dgm:pt modelId="{1978D204-708F-44C7-9F4B-CF6955CA5C44}" type="parTrans" cxnId="{3EDA0C21-4401-4E06-A0D6-2A4ABB69C56B}">
      <dgm:prSet/>
      <dgm:spPr/>
      <dgm:t>
        <a:bodyPr/>
        <a:lstStyle/>
        <a:p>
          <a:endParaRPr lang="en-US" sz="1200"/>
        </a:p>
      </dgm:t>
    </dgm:pt>
    <dgm:pt modelId="{F965299B-19C1-4023-BACB-F31B8C29A5A1}" type="sibTrans" cxnId="{3EDA0C21-4401-4E06-A0D6-2A4ABB69C56B}">
      <dgm:prSet custT="1"/>
      <dgm:spPr>
        <a:xfrm>
          <a:off x="447344" y="749161"/>
          <a:ext cx="85389" cy="99889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  <dgm:t>
        <a:bodyPr/>
        <a:lstStyle/>
        <a:p>
          <a:endParaRPr lang="en-US" sz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C164CA4C-889A-4381-B9E4-5196854F25F6}">
      <dgm:prSet phldrT="[Text]" custT="1"/>
      <dgm:spPr>
        <a:xfrm>
          <a:off x="568179" y="593310"/>
          <a:ext cx="402781" cy="411592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Acuerdo de variables para monitorear y evaluar</a:t>
          </a:r>
        </a:p>
      </dgm:t>
    </dgm:pt>
    <dgm:pt modelId="{35DBC1F5-66DE-47E9-8889-DFA6098D9D64}" type="parTrans" cxnId="{A9963FD9-EF29-45D5-941E-BDDFDC265228}">
      <dgm:prSet/>
      <dgm:spPr/>
      <dgm:t>
        <a:bodyPr/>
        <a:lstStyle/>
        <a:p>
          <a:endParaRPr lang="en-US" sz="1200"/>
        </a:p>
      </dgm:t>
    </dgm:pt>
    <dgm:pt modelId="{F586CA31-615C-4B5A-99B3-EE5BC462C4A7}" type="sibTrans" cxnId="{A9963FD9-EF29-45D5-941E-BDDFDC265228}">
      <dgm:prSet custT="1"/>
      <dgm:spPr>
        <a:xfrm>
          <a:off x="1011238" y="749161"/>
          <a:ext cx="85389" cy="99889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  <dgm:t>
        <a:bodyPr/>
        <a:lstStyle/>
        <a:p>
          <a:endParaRPr lang="en-US" sz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650458D3-BF3B-4681-B409-0BEE82D665D5}">
      <dgm:prSet phldrT="[Text]" custT="1"/>
      <dgm:spPr>
        <a:xfrm>
          <a:off x="1695967" y="593310"/>
          <a:ext cx="402781" cy="411592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Línea de base de indicadores</a:t>
          </a:r>
        </a:p>
      </dgm:t>
    </dgm:pt>
    <dgm:pt modelId="{5D22B677-F58B-477C-BBC2-7B588A461A88}" type="parTrans" cxnId="{9B5CFC88-D36C-48DE-B54A-D57CEC0C34FA}">
      <dgm:prSet/>
      <dgm:spPr/>
      <dgm:t>
        <a:bodyPr/>
        <a:lstStyle/>
        <a:p>
          <a:endParaRPr lang="en-US" sz="1200"/>
        </a:p>
      </dgm:t>
    </dgm:pt>
    <dgm:pt modelId="{C8D7C693-9ACC-4A5B-8A95-DD5ACB098154}" type="sibTrans" cxnId="{9B5CFC88-D36C-48DE-B54A-D57CEC0C34FA}">
      <dgm:prSet custT="1"/>
      <dgm:spPr>
        <a:xfrm>
          <a:off x="2139027" y="749161"/>
          <a:ext cx="85389" cy="99889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  <dgm:t>
        <a:bodyPr/>
        <a:lstStyle/>
        <a:p>
          <a:endParaRPr lang="en-US" sz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FCBC3A38-A02C-4F84-ABB5-D8C8F6C8AD2E}">
      <dgm:prSet phldrT="[Text]" custT="1"/>
      <dgm:spPr>
        <a:xfrm>
          <a:off x="1132073" y="593310"/>
          <a:ext cx="402781" cy="411592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Selección</a:t>
          </a:r>
          <a:r>
            <a:rPr lang="en-US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 de </a:t>
          </a:r>
          <a:r>
            <a:rPr lang="en-US" sz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indicadores</a:t>
          </a:r>
          <a:r>
            <a:rPr lang="en-US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 clave para </a:t>
          </a:r>
          <a:r>
            <a:rPr lang="en-US" sz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evaluar</a:t>
          </a:r>
          <a:r>
            <a:rPr lang="en-US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US" sz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desempeño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6BDD42F9-DB43-40DD-97C0-0D064468E437}" type="parTrans" cxnId="{C2ED92B0-698A-4F1F-B7AE-F6F00D52C566}">
      <dgm:prSet/>
      <dgm:spPr/>
      <dgm:t>
        <a:bodyPr/>
        <a:lstStyle/>
        <a:p>
          <a:endParaRPr lang="en-US" sz="1200"/>
        </a:p>
      </dgm:t>
    </dgm:pt>
    <dgm:pt modelId="{981EE0C2-A6B3-4A6D-BD6F-A80EE87FEF79}" type="sibTrans" cxnId="{C2ED92B0-698A-4F1F-B7AE-F6F00D52C566}">
      <dgm:prSet custT="1"/>
      <dgm:spPr>
        <a:xfrm>
          <a:off x="1575133" y="749161"/>
          <a:ext cx="85389" cy="99889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  <dgm:t>
        <a:bodyPr/>
        <a:lstStyle/>
        <a:p>
          <a:endParaRPr lang="en-US" sz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4A0C2CC4-16BD-48A4-9F79-B8E08E16B4B3}">
      <dgm:prSet phldrT="[Text]" custT="1"/>
      <dgm:spPr>
        <a:xfrm>
          <a:off x="2259862" y="593310"/>
          <a:ext cx="402781" cy="411592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Selección de metas</a:t>
          </a:r>
        </a:p>
      </dgm:t>
    </dgm:pt>
    <dgm:pt modelId="{624CCF77-E0AF-4781-B434-F083343B7B3D}" type="parTrans" cxnId="{7E739144-5F9B-4498-B3F8-D10B0191AB70}">
      <dgm:prSet/>
      <dgm:spPr/>
      <dgm:t>
        <a:bodyPr/>
        <a:lstStyle/>
        <a:p>
          <a:endParaRPr lang="en-US" sz="1200"/>
        </a:p>
      </dgm:t>
    </dgm:pt>
    <dgm:pt modelId="{4D237594-B73F-4417-AC67-88175123886C}" type="sibTrans" cxnId="{7E739144-5F9B-4498-B3F8-D10B0191AB70}">
      <dgm:prSet custT="1"/>
      <dgm:spPr>
        <a:xfrm>
          <a:off x="2702921" y="749161"/>
          <a:ext cx="85389" cy="99889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  <dgm:t>
        <a:bodyPr/>
        <a:lstStyle/>
        <a:p>
          <a:endParaRPr lang="en-US" sz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8A5980CD-475F-48F1-9398-8B9ACA4BFDA4}">
      <dgm:prSet phldrT="[Text]" custT="1"/>
      <dgm:spPr>
        <a:xfrm>
          <a:off x="2823756" y="593310"/>
          <a:ext cx="402781" cy="411592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Seguimiento de resultados</a:t>
          </a:r>
        </a:p>
      </dgm:t>
    </dgm:pt>
    <dgm:pt modelId="{817E28A2-EFCC-4DE4-991D-2C87ED72B23F}" type="parTrans" cxnId="{90816529-3E38-49A7-9EF5-4D7C708F52C3}">
      <dgm:prSet/>
      <dgm:spPr/>
      <dgm:t>
        <a:bodyPr/>
        <a:lstStyle/>
        <a:p>
          <a:endParaRPr lang="en-US" sz="1200"/>
        </a:p>
      </dgm:t>
    </dgm:pt>
    <dgm:pt modelId="{44F859CA-94CB-444D-AD9C-81AB4D3878A4}" type="sibTrans" cxnId="{90816529-3E38-49A7-9EF5-4D7C708F52C3}">
      <dgm:prSet custT="1"/>
      <dgm:spPr>
        <a:xfrm>
          <a:off x="3266816" y="749161"/>
          <a:ext cx="85389" cy="99889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  <dgm:t>
        <a:bodyPr/>
        <a:lstStyle/>
        <a:p>
          <a:endParaRPr lang="en-US" sz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1FD0FBE2-BDC4-4AA8-8FAE-9CAF54B4D3A2}">
      <dgm:prSet phldrT="[Text]" custT="1"/>
      <dgm:spPr>
        <a:xfrm>
          <a:off x="3951544" y="593310"/>
          <a:ext cx="402781" cy="411592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Reporte de hallazgos</a:t>
          </a:r>
        </a:p>
      </dgm:t>
    </dgm:pt>
    <dgm:pt modelId="{0B0304B2-9D2D-41C7-9F57-E1687B2027F2}" type="parTrans" cxnId="{7B271067-8E48-49D6-B54B-37FBAAFAC45B}">
      <dgm:prSet/>
      <dgm:spPr/>
      <dgm:t>
        <a:bodyPr/>
        <a:lstStyle/>
        <a:p>
          <a:endParaRPr lang="en-US" sz="1200"/>
        </a:p>
      </dgm:t>
    </dgm:pt>
    <dgm:pt modelId="{1C61138B-2058-49EC-B30C-C6A88B595589}" type="sibTrans" cxnId="{7B271067-8E48-49D6-B54B-37FBAAFAC45B}">
      <dgm:prSet custT="1"/>
      <dgm:spPr>
        <a:xfrm>
          <a:off x="4394604" y="749161"/>
          <a:ext cx="85389" cy="99889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  <dgm:t>
        <a:bodyPr/>
        <a:lstStyle/>
        <a:p>
          <a:endParaRPr lang="en-US" sz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A2C0A9D9-788F-4FD0-994D-D8656EC35299}">
      <dgm:prSet phldrT="[Text]" custT="1"/>
      <dgm:spPr>
        <a:xfrm>
          <a:off x="4515439" y="593310"/>
          <a:ext cx="402781" cy="411592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Usar hallazgos</a:t>
          </a:r>
        </a:p>
      </dgm:t>
    </dgm:pt>
    <dgm:pt modelId="{2C3C0CF6-7383-4120-BFCB-B381EDD1A8B1}" type="parTrans" cxnId="{F3D61A65-29F7-4242-A8F7-241D81B865F0}">
      <dgm:prSet/>
      <dgm:spPr/>
      <dgm:t>
        <a:bodyPr/>
        <a:lstStyle/>
        <a:p>
          <a:endParaRPr lang="en-US" sz="1200"/>
        </a:p>
      </dgm:t>
    </dgm:pt>
    <dgm:pt modelId="{F0ADBF8D-2058-4F46-91C3-723F4750DB3D}" type="sibTrans" cxnId="{F3D61A65-29F7-4242-A8F7-241D81B865F0}">
      <dgm:prSet custT="1"/>
      <dgm:spPr>
        <a:xfrm>
          <a:off x="4958499" y="749161"/>
          <a:ext cx="85389" cy="99889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  <dgm:t>
        <a:bodyPr/>
        <a:lstStyle/>
        <a:p>
          <a:endParaRPr lang="en-US" sz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D57F8253-CD34-4600-A7D6-D8EDBC668AFD}">
      <dgm:prSet phldrT="[Text]" custT="1"/>
      <dgm:spPr>
        <a:xfrm>
          <a:off x="5079333" y="593310"/>
          <a:ext cx="402781" cy="411592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Sostenibilidad</a:t>
          </a:r>
          <a:endParaRPr lang="en-US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690542C5-7241-4B36-B388-CA1506B52B6E}" type="parTrans" cxnId="{09CA4ECC-A14D-4D57-A7E3-A3D1D820B350}">
      <dgm:prSet/>
      <dgm:spPr/>
      <dgm:t>
        <a:bodyPr/>
        <a:lstStyle/>
        <a:p>
          <a:endParaRPr lang="en-US" sz="1200"/>
        </a:p>
      </dgm:t>
    </dgm:pt>
    <dgm:pt modelId="{944E6104-BE95-482A-A2DB-0044F0C9BC26}" type="sibTrans" cxnId="{09CA4ECC-A14D-4D57-A7E3-A3D1D820B350}">
      <dgm:prSet/>
      <dgm:spPr/>
      <dgm:t>
        <a:bodyPr/>
        <a:lstStyle/>
        <a:p>
          <a:endParaRPr lang="en-US" sz="1200"/>
        </a:p>
      </dgm:t>
    </dgm:pt>
    <dgm:pt modelId="{B15A172A-F730-42DF-A1C1-0D580785941E}" type="pres">
      <dgm:prSet presAssocID="{8E482652-A682-4FC3-AA90-398F6FBD97A2}" presName="Name0" presStyleCnt="0">
        <dgm:presLayoutVars>
          <dgm:dir/>
          <dgm:resizeHandles val="exact"/>
        </dgm:presLayoutVars>
      </dgm:prSet>
      <dgm:spPr/>
    </dgm:pt>
    <dgm:pt modelId="{6CF28D1A-B312-4DDC-B1FE-E2639CD280D9}" type="pres">
      <dgm:prSet presAssocID="{6FDB6AB9-7599-407D-A203-27C74F4A0E08}" presName="node" presStyleLbl="node1" presStyleIdx="0" presStyleCnt="9">
        <dgm:presLayoutVars>
          <dgm:bulletEnabled val="1"/>
        </dgm:presLayoutVars>
      </dgm:prSet>
      <dgm:spPr/>
    </dgm:pt>
    <dgm:pt modelId="{C694413A-5EBF-4B07-A58C-A64BABE19E1E}" type="pres">
      <dgm:prSet presAssocID="{F965299B-19C1-4023-BACB-F31B8C29A5A1}" presName="sibTrans" presStyleLbl="sibTrans2D1" presStyleIdx="0" presStyleCnt="8"/>
      <dgm:spPr/>
    </dgm:pt>
    <dgm:pt modelId="{1B814E2B-4E8F-4CB8-8C4A-0D9BAC1D0ED5}" type="pres">
      <dgm:prSet presAssocID="{F965299B-19C1-4023-BACB-F31B8C29A5A1}" presName="connectorText" presStyleLbl="sibTrans2D1" presStyleIdx="0" presStyleCnt="8"/>
      <dgm:spPr/>
    </dgm:pt>
    <dgm:pt modelId="{CDAD2CD4-A59A-4AD1-8DAA-5B89EDF8CB29}" type="pres">
      <dgm:prSet presAssocID="{C164CA4C-889A-4381-B9E4-5196854F25F6}" presName="node" presStyleLbl="node1" presStyleIdx="1" presStyleCnt="9">
        <dgm:presLayoutVars>
          <dgm:bulletEnabled val="1"/>
        </dgm:presLayoutVars>
      </dgm:prSet>
      <dgm:spPr/>
    </dgm:pt>
    <dgm:pt modelId="{F46E1C82-22BD-4120-ABD8-4DABDAAAF744}" type="pres">
      <dgm:prSet presAssocID="{F586CA31-615C-4B5A-99B3-EE5BC462C4A7}" presName="sibTrans" presStyleLbl="sibTrans2D1" presStyleIdx="1" presStyleCnt="8"/>
      <dgm:spPr/>
    </dgm:pt>
    <dgm:pt modelId="{8186DA2F-6DA6-4AB8-9B0E-3F09009EB9F4}" type="pres">
      <dgm:prSet presAssocID="{F586CA31-615C-4B5A-99B3-EE5BC462C4A7}" presName="connectorText" presStyleLbl="sibTrans2D1" presStyleIdx="1" presStyleCnt="8"/>
      <dgm:spPr/>
    </dgm:pt>
    <dgm:pt modelId="{F09A112F-1333-4CF5-BCC7-3625E59B499C}" type="pres">
      <dgm:prSet presAssocID="{FCBC3A38-A02C-4F84-ABB5-D8C8F6C8AD2E}" presName="node" presStyleLbl="node1" presStyleIdx="2" presStyleCnt="9" custScaleX="117450">
        <dgm:presLayoutVars>
          <dgm:bulletEnabled val="1"/>
        </dgm:presLayoutVars>
      </dgm:prSet>
      <dgm:spPr/>
    </dgm:pt>
    <dgm:pt modelId="{9205E942-2A39-4038-A469-915910F90216}" type="pres">
      <dgm:prSet presAssocID="{981EE0C2-A6B3-4A6D-BD6F-A80EE87FEF79}" presName="sibTrans" presStyleLbl="sibTrans2D1" presStyleIdx="2" presStyleCnt="8"/>
      <dgm:spPr/>
    </dgm:pt>
    <dgm:pt modelId="{F33FFF60-BF6A-43A7-A5E2-4A5EB9DC2D08}" type="pres">
      <dgm:prSet presAssocID="{981EE0C2-A6B3-4A6D-BD6F-A80EE87FEF79}" presName="connectorText" presStyleLbl="sibTrans2D1" presStyleIdx="2" presStyleCnt="8"/>
      <dgm:spPr/>
    </dgm:pt>
    <dgm:pt modelId="{424C5E82-8F85-40D0-99F5-DF69E4E30095}" type="pres">
      <dgm:prSet presAssocID="{650458D3-BF3B-4681-B409-0BEE82D665D5}" presName="node" presStyleLbl="node1" presStyleIdx="3" presStyleCnt="9">
        <dgm:presLayoutVars>
          <dgm:bulletEnabled val="1"/>
        </dgm:presLayoutVars>
      </dgm:prSet>
      <dgm:spPr/>
    </dgm:pt>
    <dgm:pt modelId="{9F37064F-E2D0-4B5C-B66C-156B53F11220}" type="pres">
      <dgm:prSet presAssocID="{C8D7C693-9ACC-4A5B-8A95-DD5ACB098154}" presName="sibTrans" presStyleLbl="sibTrans2D1" presStyleIdx="3" presStyleCnt="8"/>
      <dgm:spPr/>
    </dgm:pt>
    <dgm:pt modelId="{B11625D6-316D-46AA-BA0C-ECCF3D2531E0}" type="pres">
      <dgm:prSet presAssocID="{C8D7C693-9ACC-4A5B-8A95-DD5ACB098154}" presName="connectorText" presStyleLbl="sibTrans2D1" presStyleIdx="3" presStyleCnt="8"/>
      <dgm:spPr/>
    </dgm:pt>
    <dgm:pt modelId="{7F85C2E5-C67F-4BE5-AAE3-1B0C21705E83}" type="pres">
      <dgm:prSet presAssocID="{4A0C2CC4-16BD-48A4-9F79-B8E08E16B4B3}" presName="node" presStyleLbl="node1" presStyleIdx="4" presStyleCnt="9">
        <dgm:presLayoutVars>
          <dgm:bulletEnabled val="1"/>
        </dgm:presLayoutVars>
      </dgm:prSet>
      <dgm:spPr/>
    </dgm:pt>
    <dgm:pt modelId="{E146D3EB-6764-4CDB-A44A-C256533A72F6}" type="pres">
      <dgm:prSet presAssocID="{4D237594-B73F-4417-AC67-88175123886C}" presName="sibTrans" presStyleLbl="sibTrans2D1" presStyleIdx="4" presStyleCnt="8"/>
      <dgm:spPr/>
    </dgm:pt>
    <dgm:pt modelId="{5D1ED2FD-D150-4ABA-AF4B-E40766B1CAF1}" type="pres">
      <dgm:prSet presAssocID="{4D237594-B73F-4417-AC67-88175123886C}" presName="connectorText" presStyleLbl="sibTrans2D1" presStyleIdx="4" presStyleCnt="8"/>
      <dgm:spPr/>
    </dgm:pt>
    <dgm:pt modelId="{EB346463-2CEE-494E-9E31-8F8551F8FB2F}" type="pres">
      <dgm:prSet presAssocID="{8A5980CD-475F-48F1-9398-8B9ACA4BFDA4}" presName="node" presStyleLbl="node1" presStyleIdx="5" presStyleCnt="9">
        <dgm:presLayoutVars>
          <dgm:bulletEnabled val="1"/>
        </dgm:presLayoutVars>
      </dgm:prSet>
      <dgm:spPr/>
    </dgm:pt>
    <dgm:pt modelId="{A37E6804-7B43-4D7F-AEF4-825108D41141}" type="pres">
      <dgm:prSet presAssocID="{44F859CA-94CB-444D-AD9C-81AB4D3878A4}" presName="sibTrans" presStyleLbl="sibTrans2D1" presStyleIdx="5" presStyleCnt="8"/>
      <dgm:spPr/>
    </dgm:pt>
    <dgm:pt modelId="{01DD9005-AFED-4A39-8B4C-BD1FDFA03542}" type="pres">
      <dgm:prSet presAssocID="{44F859CA-94CB-444D-AD9C-81AB4D3878A4}" presName="connectorText" presStyleLbl="sibTrans2D1" presStyleIdx="5" presStyleCnt="8"/>
      <dgm:spPr/>
    </dgm:pt>
    <dgm:pt modelId="{4F3D92A8-2FA4-4268-8FE7-1EF34792354B}" type="pres">
      <dgm:prSet presAssocID="{1FD0FBE2-BDC4-4AA8-8FAE-9CAF54B4D3A2}" presName="node" presStyleLbl="node1" presStyleIdx="6" presStyleCnt="9">
        <dgm:presLayoutVars>
          <dgm:bulletEnabled val="1"/>
        </dgm:presLayoutVars>
      </dgm:prSet>
      <dgm:spPr/>
    </dgm:pt>
    <dgm:pt modelId="{74BA849A-3C22-4437-BF79-23FCDA1AAB53}" type="pres">
      <dgm:prSet presAssocID="{1C61138B-2058-49EC-B30C-C6A88B595589}" presName="sibTrans" presStyleLbl="sibTrans2D1" presStyleIdx="6" presStyleCnt="8"/>
      <dgm:spPr/>
    </dgm:pt>
    <dgm:pt modelId="{F7F03144-E4EA-4B81-8F90-2C2FFD414C62}" type="pres">
      <dgm:prSet presAssocID="{1C61138B-2058-49EC-B30C-C6A88B595589}" presName="connectorText" presStyleLbl="sibTrans2D1" presStyleIdx="6" presStyleCnt="8"/>
      <dgm:spPr/>
    </dgm:pt>
    <dgm:pt modelId="{8539FB85-0187-40FC-8B49-CF81B0E097C4}" type="pres">
      <dgm:prSet presAssocID="{A2C0A9D9-788F-4FD0-994D-D8656EC35299}" presName="node" presStyleLbl="node1" presStyleIdx="7" presStyleCnt="9">
        <dgm:presLayoutVars>
          <dgm:bulletEnabled val="1"/>
        </dgm:presLayoutVars>
      </dgm:prSet>
      <dgm:spPr/>
    </dgm:pt>
    <dgm:pt modelId="{3CC9F236-4914-4E50-A852-78EE4C4278F5}" type="pres">
      <dgm:prSet presAssocID="{F0ADBF8D-2058-4F46-91C3-723F4750DB3D}" presName="sibTrans" presStyleLbl="sibTrans2D1" presStyleIdx="7" presStyleCnt="8"/>
      <dgm:spPr/>
    </dgm:pt>
    <dgm:pt modelId="{559E804F-EE29-4650-AC4A-C2773D8A510D}" type="pres">
      <dgm:prSet presAssocID="{F0ADBF8D-2058-4F46-91C3-723F4750DB3D}" presName="connectorText" presStyleLbl="sibTrans2D1" presStyleIdx="7" presStyleCnt="8"/>
      <dgm:spPr/>
    </dgm:pt>
    <dgm:pt modelId="{468F9BBA-E74B-4F51-831E-4A74E776C06E}" type="pres">
      <dgm:prSet presAssocID="{D57F8253-CD34-4600-A7D6-D8EDBC668AFD}" presName="node" presStyleLbl="node1" presStyleIdx="8" presStyleCnt="9" custScaleX="126625" custScaleY="96840">
        <dgm:presLayoutVars>
          <dgm:bulletEnabled val="1"/>
        </dgm:presLayoutVars>
      </dgm:prSet>
      <dgm:spPr/>
    </dgm:pt>
  </dgm:ptLst>
  <dgm:cxnLst>
    <dgm:cxn modelId="{39E89F06-56B7-4943-BF6A-8B793DB31031}" type="presOf" srcId="{1FD0FBE2-BDC4-4AA8-8FAE-9CAF54B4D3A2}" destId="{4F3D92A8-2FA4-4268-8FE7-1EF34792354B}" srcOrd="0" destOrd="0" presId="urn:microsoft.com/office/officeart/2005/8/layout/process1"/>
    <dgm:cxn modelId="{2D331407-0A6B-4367-8BF1-A6EB9CC3FA2F}" type="presOf" srcId="{44F859CA-94CB-444D-AD9C-81AB4D3878A4}" destId="{A37E6804-7B43-4D7F-AEF4-825108D41141}" srcOrd="0" destOrd="0" presId="urn:microsoft.com/office/officeart/2005/8/layout/process1"/>
    <dgm:cxn modelId="{8122EB09-9481-48A2-B74A-BDBEF9E3220D}" type="presOf" srcId="{8E482652-A682-4FC3-AA90-398F6FBD97A2}" destId="{B15A172A-F730-42DF-A1C1-0D580785941E}" srcOrd="0" destOrd="0" presId="urn:microsoft.com/office/officeart/2005/8/layout/process1"/>
    <dgm:cxn modelId="{3EDA0C21-4401-4E06-A0D6-2A4ABB69C56B}" srcId="{8E482652-A682-4FC3-AA90-398F6FBD97A2}" destId="{6FDB6AB9-7599-407D-A203-27C74F4A0E08}" srcOrd="0" destOrd="0" parTransId="{1978D204-708F-44C7-9F4B-CF6955CA5C44}" sibTransId="{F965299B-19C1-4023-BACB-F31B8C29A5A1}"/>
    <dgm:cxn modelId="{90816529-3E38-49A7-9EF5-4D7C708F52C3}" srcId="{8E482652-A682-4FC3-AA90-398F6FBD97A2}" destId="{8A5980CD-475F-48F1-9398-8B9ACA4BFDA4}" srcOrd="5" destOrd="0" parTransId="{817E28A2-EFCC-4DE4-991D-2C87ED72B23F}" sibTransId="{44F859CA-94CB-444D-AD9C-81AB4D3878A4}"/>
    <dgm:cxn modelId="{D84ECF29-9E96-4972-815D-6908E28F6A54}" type="presOf" srcId="{D57F8253-CD34-4600-A7D6-D8EDBC668AFD}" destId="{468F9BBA-E74B-4F51-831E-4A74E776C06E}" srcOrd="0" destOrd="0" presId="urn:microsoft.com/office/officeart/2005/8/layout/process1"/>
    <dgm:cxn modelId="{CEE8D237-054A-488F-8710-3E6E5D9E1346}" type="presOf" srcId="{A2C0A9D9-788F-4FD0-994D-D8656EC35299}" destId="{8539FB85-0187-40FC-8B49-CF81B0E097C4}" srcOrd="0" destOrd="0" presId="urn:microsoft.com/office/officeart/2005/8/layout/process1"/>
    <dgm:cxn modelId="{504D5C3D-65CD-4292-A984-C981070579A9}" type="presOf" srcId="{F965299B-19C1-4023-BACB-F31B8C29A5A1}" destId="{1B814E2B-4E8F-4CB8-8C4A-0D9BAC1D0ED5}" srcOrd="1" destOrd="0" presId="urn:microsoft.com/office/officeart/2005/8/layout/process1"/>
    <dgm:cxn modelId="{DD09893D-B5FD-41B5-ABC7-3453B52CC022}" type="presOf" srcId="{F586CA31-615C-4B5A-99B3-EE5BC462C4A7}" destId="{F46E1C82-22BD-4120-ABD8-4DABDAAAF744}" srcOrd="0" destOrd="0" presId="urn:microsoft.com/office/officeart/2005/8/layout/process1"/>
    <dgm:cxn modelId="{A346D53E-B78A-4F97-9234-B72D383E8032}" type="presOf" srcId="{C164CA4C-889A-4381-B9E4-5196854F25F6}" destId="{CDAD2CD4-A59A-4AD1-8DAA-5B89EDF8CB29}" srcOrd="0" destOrd="0" presId="urn:microsoft.com/office/officeart/2005/8/layout/process1"/>
    <dgm:cxn modelId="{0F23C443-B067-4E50-BA07-A149BD05B243}" type="presOf" srcId="{4D237594-B73F-4417-AC67-88175123886C}" destId="{5D1ED2FD-D150-4ABA-AF4B-E40766B1CAF1}" srcOrd="1" destOrd="0" presId="urn:microsoft.com/office/officeart/2005/8/layout/process1"/>
    <dgm:cxn modelId="{7E739144-5F9B-4498-B3F8-D10B0191AB70}" srcId="{8E482652-A682-4FC3-AA90-398F6FBD97A2}" destId="{4A0C2CC4-16BD-48A4-9F79-B8E08E16B4B3}" srcOrd="4" destOrd="0" parTransId="{624CCF77-E0AF-4781-B434-F083343B7B3D}" sibTransId="{4D237594-B73F-4417-AC67-88175123886C}"/>
    <dgm:cxn modelId="{F3D61A65-29F7-4242-A8F7-241D81B865F0}" srcId="{8E482652-A682-4FC3-AA90-398F6FBD97A2}" destId="{A2C0A9D9-788F-4FD0-994D-D8656EC35299}" srcOrd="7" destOrd="0" parTransId="{2C3C0CF6-7383-4120-BFCB-B381EDD1A8B1}" sibTransId="{F0ADBF8D-2058-4F46-91C3-723F4750DB3D}"/>
    <dgm:cxn modelId="{76B7A045-EEF9-4961-8D6E-66A633B53FCA}" type="presOf" srcId="{981EE0C2-A6B3-4A6D-BD6F-A80EE87FEF79}" destId="{9205E942-2A39-4038-A469-915910F90216}" srcOrd="0" destOrd="0" presId="urn:microsoft.com/office/officeart/2005/8/layout/process1"/>
    <dgm:cxn modelId="{7C40BF65-246C-4B7A-ABB5-DBDC829B8F08}" type="presOf" srcId="{650458D3-BF3B-4681-B409-0BEE82D665D5}" destId="{424C5E82-8F85-40D0-99F5-DF69E4E30095}" srcOrd="0" destOrd="0" presId="urn:microsoft.com/office/officeart/2005/8/layout/process1"/>
    <dgm:cxn modelId="{7B271067-8E48-49D6-B54B-37FBAAFAC45B}" srcId="{8E482652-A682-4FC3-AA90-398F6FBD97A2}" destId="{1FD0FBE2-BDC4-4AA8-8FAE-9CAF54B4D3A2}" srcOrd="6" destOrd="0" parTransId="{0B0304B2-9D2D-41C7-9F57-E1687B2027F2}" sibTransId="{1C61138B-2058-49EC-B30C-C6A88B595589}"/>
    <dgm:cxn modelId="{D373064C-F6A9-422A-AEAB-24AEA9CE42F5}" type="presOf" srcId="{4D237594-B73F-4417-AC67-88175123886C}" destId="{E146D3EB-6764-4CDB-A44A-C256533A72F6}" srcOrd="0" destOrd="0" presId="urn:microsoft.com/office/officeart/2005/8/layout/process1"/>
    <dgm:cxn modelId="{A2E1E16C-4F88-4A42-9C66-34422356FF5E}" type="presOf" srcId="{981EE0C2-A6B3-4A6D-BD6F-A80EE87FEF79}" destId="{F33FFF60-BF6A-43A7-A5E2-4A5EB9DC2D08}" srcOrd="1" destOrd="0" presId="urn:microsoft.com/office/officeart/2005/8/layout/process1"/>
    <dgm:cxn modelId="{20C45655-8D3A-4A58-A5AC-CE2F6D7B638F}" type="presOf" srcId="{C8D7C693-9ACC-4A5B-8A95-DD5ACB098154}" destId="{9F37064F-E2D0-4B5C-B66C-156B53F11220}" srcOrd="0" destOrd="0" presId="urn:microsoft.com/office/officeart/2005/8/layout/process1"/>
    <dgm:cxn modelId="{9B5CFC88-D36C-48DE-B54A-D57CEC0C34FA}" srcId="{8E482652-A682-4FC3-AA90-398F6FBD97A2}" destId="{650458D3-BF3B-4681-B409-0BEE82D665D5}" srcOrd="3" destOrd="0" parTransId="{5D22B677-F58B-477C-BBC2-7B588A461A88}" sibTransId="{C8D7C693-9ACC-4A5B-8A95-DD5ACB098154}"/>
    <dgm:cxn modelId="{F0745C8D-87F6-4667-B1D7-3F5924DDF9D2}" type="presOf" srcId="{8A5980CD-475F-48F1-9398-8B9ACA4BFDA4}" destId="{EB346463-2CEE-494E-9E31-8F8551F8FB2F}" srcOrd="0" destOrd="0" presId="urn:microsoft.com/office/officeart/2005/8/layout/process1"/>
    <dgm:cxn modelId="{E2D1C594-4F81-44B5-A7AA-4D15B7D46914}" type="presOf" srcId="{FCBC3A38-A02C-4F84-ABB5-D8C8F6C8AD2E}" destId="{F09A112F-1333-4CF5-BCC7-3625E59B499C}" srcOrd="0" destOrd="0" presId="urn:microsoft.com/office/officeart/2005/8/layout/process1"/>
    <dgm:cxn modelId="{9E2755A1-77F2-46CC-AD9D-BBD146608342}" type="presOf" srcId="{44F859CA-94CB-444D-AD9C-81AB4D3878A4}" destId="{01DD9005-AFED-4A39-8B4C-BD1FDFA03542}" srcOrd="1" destOrd="0" presId="urn:microsoft.com/office/officeart/2005/8/layout/process1"/>
    <dgm:cxn modelId="{2C798FA5-64F6-49C9-8F43-BBE25C2FBEBF}" type="presOf" srcId="{F965299B-19C1-4023-BACB-F31B8C29A5A1}" destId="{C694413A-5EBF-4B07-A58C-A64BABE19E1E}" srcOrd="0" destOrd="0" presId="urn:microsoft.com/office/officeart/2005/8/layout/process1"/>
    <dgm:cxn modelId="{8D3693A8-226D-4FA3-9D40-166673879150}" type="presOf" srcId="{F0ADBF8D-2058-4F46-91C3-723F4750DB3D}" destId="{559E804F-EE29-4650-AC4A-C2773D8A510D}" srcOrd="1" destOrd="0" presId="urn:microsoft.com/office/officeart/2005/8/layout/process1"/>
    <dgm:cxn modelId="{C2ED92B0-698A-4F1F-B7AE-F6F00D52C566}" srcId="{8E482652-A682-4FC3-AA90-398F6FBD97A2}" destId="{FCBC3A38-A02C-4F84-ABB5-D8C8F6C8AD2E}" srcOrd="2" destOrd="0" parTransId="{6BDD42F9-DB43-40DD-97C0-0D064468E437}" sibTransId="{981EE0C2-A6B3-4A6D-BD6F-A80EE87FEF79}"/>
    <dgm:cxn modelId="{3F0D3DB1-1DCD-4A55-9A67-F7C00213A431}" type="presOf" srcId="{1C61138B-2058-49EC-B30C-C6A88B595589}" destId="{74BA849A-3C22-4437-BF79-23FCDA1AAB53}" srcOrd="0" destOrd="0" presId="urn:microsoft.com/office/officeart/2005/8/layout/process1"/>
    <dgm:cxn modelId="{AFDFD0C4-8527-4DC9-9045-5828DFEDFB1E}" type="presOf" srcId="{1C61138B-2058-49EC-B30C-C6A88B595589}" destId="{F7F03144-E4EA-4B81-8F90-2C2FFD414C62}" srcOrd="1" destOrd="0" presId="urn:microsoft.com/office/officeart/2005/8/layout/process1"/>
    <dgm:cxn modelId="{ACFFA1C5-E660-48DD-B496-B3AF6BDF90CA}" type="presOf" srcId="{F0ADBF8D-2058-4F46-91C3-723F4750DB3D}" destId="{3CC9F236-4914-4E50-A852-78EE4C4278F5}" srcOrd="0" destOrd="0" presId="urn:microsoft.com/office/officeart/2005/8/layout/process1"/>
    <dgm:cxn modelId="{09CA4ECC-A14D-4D57-A7E3-A3D1D820B350}" srcId="{8E482652-A682-4FC3-AA90-398F6FBD97A2}" destId="{D57F8253-CD34-4600-A7D6-D8EDBC668AFD}" srcOrd="8" destOrd="0" parTransId="{690542C5-7241-4B36-B388-CA1506B52B6E}" sibTransId="{944E6104-BE95-482A-A2DB-0044F0C9BC26}"/>
    <dgm:cxn modelId="{A9963FD9-EF29-45D5-941E-BDDFDC265228}" srcId="{8E482652-A682-4FC3-AA90-398F6FBD97A2}" destId="{C164CA4C-889A-4381-B9E4-5196854F25F6}" srcOrd="1" destOrd="0" parTransId="{35DBC1F5-66DE-47E9-8889-DFA6098D9D64}" sibTransId="{F586CA31-615C-4B5A-99B3-EE5BC462C4A7}"/>
    <dgm:cxn modelId="{CCAA1BE6-921C-4D3E-A2C7-87DADB45ED39}" type="presOf" srcId="{6FDB6AB9-7599-407D-A203-27C74F4A0E08}" destId="{6CF28D1A-B312-4DDC-B1FE-E2639CD280D9}" srcOrd="0" destOrd="0" presId="urn:microsoft.com/office/officeart/2005/8/layout/process1"/>
    <dgm:cxn modelId="{2DB3C3F5-D450-481C-852A-49ED3003EB57}" type="presOf" srcId="{C8D7C693-9ACC-4A5B-8A95-DD5ACB098154}" destId="{B11625D6-316D-46AA-BA0C-ECCF3D2531E0}" srcOrd="1" destOrd="0" presId="urn:microsoft.com/office/officeart/2005/8/layout/process1"/>
    <dgm:cxn modelId="{55EEFCFB-C836-464C-8D36-420F074581E2}" type="presOf" srcId="{F586CA31-615C-4B5A-99B3-EE5BC462C4A7}" destId="{8186DA2F-6DA6-4AB8-9B0E-3F09009EB9F4}" srcOrd="1" destOrd="0" presId="urn:microsoft.com/office/officeart/2005/8/layout/process1"/>
    <dgm:cxn modelId="{58710EFC-3C69-4325-97B3-89659E8825B4}" type="presOf" srcId="{4A0C2CC4-16BD-48A4-9F79-B8E08E16B4B3}" destId="{7F85C2E5-C67F-4BE5-AAE3-1B0C21705E83}" srcOrd="0" destOrd="0" presId="urn:microsoft.com/office/officeart/2005/8/layout/process1"/>
    <dgm:cxn modelId="{E7439ECB-51EF-467C-B7B5-EBC99D22F955}" type="presParOf" srcId="{B15A172A-F730-42DF-A1C1-0D580785941E}" destId="{6CF28D1A-B312-4DDC-B1FE-E2639CD280D9}" srcOrd="0" destOrd="0" presId="urn:microsoft.com/office/officeart/2005/8/layout/process1"/>
    <dgm:cxn modelId="{C8227863-0DFA-4138-9340-8906E00449EF}" type="presParOf" srcId="{B15A172A-F730-42DF-A1C1-0D580785941E}" destId="{C694413A-5EBF-4B07-A58C-A64BABE19E1E}" srcOrd="1" destOrd="0" presId="urn:microsoft.com/office/officeart/2005/8/layout/process1"/>
    <dgm:cxn modelId="{45B6E1D6-5864-4BC4-987D-4F9390BD5E4F}" type="presParOf" srcId="{C694413A-5EBF-4B07-A58C-A64BABE19E1E}" destId="{1B814E2B-4E8F-4CB8-8C4A-0D9BAC1D0ED5}" srcOrd="0" destOrd="0" presId="urn:microsoft.com/office/officeart/2005/8/layout/process1"/>
    <dgm:cxn modelId="{0C47AC6E-44A7-4E68-9E8E-FF7C559BC0A1}" type="presParOf" srcId="{B15A172A-F730-42DF-A1C1-0D580785941E}" destId="{CDAD2CD4-A59A-4AD1-8DAA-5B89EDF8CB29}" srcOrd="2" destOrd="0" presId="urn:microsoft.com/office/officeart/2005/8/layout/process1"/>
    <dgm:cxn modelId="{522A7FA0-E7D8-4A24-967F-FEDD05F05719}" type="presParOf" srcId="{B15A172A-F730-42DF-A1C1-0D580785941E}" destId="{F46E1C82-22BD-4120-ABD8-4DABDAAAF744}" srcOrd="3" destOrd="0" presId="urn:microsoft.com/office/officeart/2005/8/layout/process1"/>
    <dgm:cxn modelId="{F3F29BA3-F277-450F-A953-47C40DDA2E3A}" type="presParOf" srcId="{F46E1C82-22BD-4120-ABD8-4DABDAAAF744}" destId="{8186DA2F-6DA6-4AB8-9B0E-3F09009EB9F4}" srcOrd="0" destOrd="0" presId="urn:microsoft.com/office/officeart/2005/8/layout/process1"/>
    <dgm:cxn modelId="{D6202284-F6B3-43E7-AD51-293EB888C703}" type="presParOf" srcId="{B15A172A-F730-42DF-A1C1-0D580785941E}" destId="{F09A112F-1333-4CF5-BCC7-3625E59B499C}" srcOrd="4" destOrd="0" presId="urn:microsoft.com/office/officeart/2005/8/layout/process1"/>
    <dgm:cxn modelId="{8DE81219-1460-4097-AEE8-01677DB19564}" type="presParOf" srcId="{B15A172A-F730-42DF-A1C1-0D580785941E}" destId="{9205E942-2A39-4038-A469-915910F90216}" srcOrd="5" destOrd="0" presId="urn:microsoft.com/office/officeart/2005/8/layout/process1"/>
    <dgm:cxn modelId="{6E0BE8F3-F655-4111-954D-998B9E847482}" type="presParOf" srcId="{9205E942-2A39-4038-A469-915910F90216}" destId="{F33FFF60-BF6A-43A7-A5E2-4A5EB9DC2D08}" srcOrd="0" destOrd="0" presId="urn:microsoft.com/office/officeart/2005/8/layout/process1"/>
    <dgm:cxn modelId="{DDCC7770-BE0F-46F0-8C8F-6DA0B7C65A00}" type="presParOf" srcId="{B15A172A-F730-42DF-A1C1-0D580785941E}" destId="{424C5E82-8F85-40D0-99F5-DF69E4E30095}" srcOrd="6" destOrd="0" presId="urn:microsoft.com/office/officeart/2005/8/layout/process1"/>
    <dgm:cxn modelId="{7D319634-0B74-4425-B51E-CE44404705F7}" type="presParOf" srcId="{B15A172A-F730-42DF-A1C1-0D580785941E}" destId="{9F37064F-E2D0-4B5C-B66C-156B53F11220}" srcOrd="7" destOrd="0" presId="urn:microsoft.com/office/officeart/2005/8/layout/process1"/>
    <dgm:cxn modelId="{B540E02B-18D1-4D26-B2C0-01935776E5EF}" type="presParOf" srcId="{9F37064F-E2D0-4B5C-B66C-156B53F11220}" destId="{B11625D6-316D-46AA-BA0C-ECCF3D2531E0}" srcOrd="0" destOrd="0" presId="urn:microsoft.com/office/officeart/2005/8/layout/process1"/>
    <dgm:cxn modelId="{5A89933E-83C1-44D9-AA2A-C7683920A949}" type="presParOf" srcId="{B15A172A-F730-42DF-A1C1-0D580785941E}" destId="{7F85C2E5-C67F-4BE5-AAE3-1B0C21705E83}" srcOrd="8" destOrd="0" presId="urn:microsoft.com/office/officeart/2005/8/layout/process1"/>
    <dgm:cxn modelId="{2FA69110-9E69-4EEE-8896-7080D240740B}" type="presParOf" srcId="{B15A172A-F730-42DF-A1C1-0D580785941E}" destId="{E146D3EB-6764-4CDB-A44A-C256533A72F6}" srcOrd="9" destOrd="0" presId="urn:microsoft.com/office/officeart/2005/8/layout/process1"/>
    <dgm:cxn modelId="{12C5D515-9DDA-4B8D-AE18-FCE824A65952}" type="presParOf" srcId="{E146D3EB-6764-4CDB-A44A-C256533A72F6}" destId="{5D1ED2FD-D150-4ABA-AF4B-E40766B1CAF1}" srcOrd="0" destOrd="0" presId="urn:microsoft.com/office/officeart/2005/8/layout/process1"/>
    <dgm:cxn modelId="{E6391282-A2C4-4150-ADEA-00D23640EA56}" type="presParOf" srcId="{B15A172A-F730-42DF-A1C1-0D580785941E}" destId="{EB346463-2CEE-494E-9E31-8F8551F8FB2F}" srcOrd="10" destOrd="0" presId="urn:microsoft.com/office/officeart/2005/8/layout/process1"/>
    <dgm:cxn modelId="{C6186765-F75A-4DC9-9696-D0E63FE4435D}" type="presParOf" srcId="{B15A172A-F730-42DF-A1C1-0D580785941E}" destId="{A37E6804-7B43-4D7F-AEF4-825108D41141}" srcOrd="11" destOrd="0" presId="urn:microsoft.com/office/officeart/2005/8/layout/process1"/>
    <dgm:cxn modelId="{E1D10EF0-C040-43CF-8F2A-F58D16490FF4}" type="presParOf" srcId="{A37E6804-7B43-4D7F-AEF4-825108D41141}" destId="{01DD9005-AFED-4A39-8B4C-BD1FDFA03542}" srcOrd="0" destOrd="0" presId="urn:microsoft.com/office/officeart/2005/8/layout/process1"/>
    <dgm:cxn modelId="{989EB2C5-3329-4B19-B87B-597167B7EB19}" type="presParOf" srcId="{B15A172A-F730-42DF-A1C1-0D580785941E}" destId="{4F3D92A8-2FA4-4268-8FE7-1EF34792354B}" srcOrd="12" destOrd="0" presId="urn:microsoft.com/office/officeart/2005/8/layout/process1"/>
    <dgm:cxn modelId="{A951BD15-6ECF-4FA4-9722-509BCD8F80CD}" type="presParOf" srcId="{B15A172A-F730-42DF-A1C1-0D580785941E}" destId="{74BA849A-3C22-4437-BF79-23FCDA1AAB53}" srcOrd="13" destOrd="0" presId="urn:microsoft.com/office/officeart/2005/8/layout/process1"/>
    <dgm:cxn modelId="{7A47F9A6-F6EA-4D84-96DA-478A2D490B77}" type="presParOf" srcId="{74BA849A-3C22-4437-BF79-23FCDA1AAB53}" destId="{F7F03144-E4EA-4B81-8F90-2C2FFD414C62}" srcOrd="0" destOrd="0" presId="urn:microsoft.com/office/officeart/2005/8/layout/process1"/>
    <dgm:cxn modelId="{FAA20DE3-0765-419A-961D-20FA431258B8}" type="presParOf" srcId="{B15A172A-F730-42DF-A1C1-0D580785941E}" destId="{8539FB85-0187-40FC-8B49-CF81B0E097C4}" srcOrd="14" destOrd="0" presId="urn:microsoft.com/office/officeart/2005/8/layout/process1"/>
    <dgm:cxn modelId="{FE215706-FA53-4023-9FEE-A6A82DBCA662}" type="presParOf" srcId="{B15A172A-F730-42DF-A1C1-0D580785941E}" destId="{3CC9F236-4914-4E50-A852-78EE4C4278F5}" srcOrd="15" destOrd="0" presId="urn:microsoft.com/office/officeart/2005/8/layout/process1"/>
    <dgm:cxn modelId="{F55DEF2B-0097-4828-8A40-8B54B5B4E966}" type="presParOf" srcId="{3CC9F236-4914-4E50-A852-78EE4C4278F5}" destId="{559E804F-EE29-4650-AC4A-C2773D8A510D}" srcOrd="0" destOrd="0" presId="urn:microsoft.com/office/officeart/2005/8/layout/process1"/>
    <dgm:cxn modelId="{B950A1DE-2007-4D47-9DC0-DB9385650147}" type="presParOf" srcId="{B15A172A-F730-42DF-A1C1-0D580785941E}" destId="{468F9BBA-E74B-4F51-831E-4A74E776C06E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A0D1344-8C5C-46F0-904E-6D36104A41BC}" type="doc">
      <dgm:prSet loTypeId="urn:microsoft.com/office/officeart/2005/8/layout/pyramid2" loCatId="list" qsTypeId="urn:microsoft.com/office/officeart/2005/8/quickstyle/simple1" qsCatId="simple" csTypeId="urn:microsoft.com/office/officeart/2005/8/colors/accent0_1" csCatId="mainScheme" phldr="1"/>
      <dgm:spPr/>
    </dgm:pt>
    <dgm:pt modelId="{394590E8-8473-44C1-B933-4C5F6C10A363}">
      <dgm:prSet phldrT="[Texto]"/>
      <dgm:spPr/>
      <dgm:t>
        <a:bodyPr/>
        <a:lstStyle/>
        <a:p>
          <a:r>
            <a:rPr lang="es-ES" dirty="0"/>
            <a:t>Seguimiento a Resultados</a:t>
          </a:r>
        </a:p>
      </dgm:t>
    </dgm:pt>
    <dgm:pt modelId="{7EA4B110-AC86-4130-978C-588CC7A48CDC}" type="parTrans" cxnId="{E8701BA8-EE0E-4C6D-B6AB-D2E031CA992D}">
      <dgm:prSet/>
      <dgm:spPr/>
      <dgm:t>
        <a:bodyPr/>
        <a:lstStyle/>
        <a:p>
          <a:endParaRPr lang="es-ES"/>
        </a:p>
      </dgm:t>
    </dgm:pt>
    <dgm:pt modelId="{4F50DFF0-673F-4794-BF36-52A534393761}" type="sibTrans" cxnId="{E8701BA8-EE0E-4C6D-B6AB-D2E031CA992D}">
      <dgm:prSet/>
      <dgm:spPr/>
      <dgm:t>
        <a:bodyPr/>
        <a:lstStyle/>
        <a:p>
          <a:endParaRPr lang="es-ES"/>
        </a:p>
      </dgm:t>
    </dgm:pt>
    <dgm:pt modelId="{536D1B8F-11C5-4007-B403-E852A38BCF1F}">
      <dgm:prSet phldrT="[Texto]"/>
      <dgm:spPr/>
      <dgm:t>
        <a:bodyPr/>
        <a:lstStyle/>
        <a:p>
          <a:r>
            <a:rPr lang="es-ES" dirty="0"/>
            <a:t>Seguimiento a la Gestión Operativa</a:t>
          </a:r>
        </a:p>
      </dgm:t>
    </dgm:pt>
    <dgm:pt modelId="{FC507E36-6F90-4766-B2BF-28A97A7FB538}" type="parTrans" cxnId="{B6BE7B03-3BBC-460A-8585-E45C5F0D068E}">
      <dgm:prSet/>
      <dgm:spPr/>
      <dgm:t>
        <a:bodyPr/>
        <a:lstStyle/>
        <a:p>
          <a:endParaRPr lang="es-ES"/>
        </a:p>
      </dgm:t>
    </dgm:pt>
    <dgm:pt modelId="{8FFC0817-B0F4-4854-B4CC-B6168DDAF83B}" type="sibTrans" cxnId="{B6BE7B03-3BBC-460A-8585-E45C5F0D068E}">
      <dgm:prSet/>
      <dgm:spPr/>
      <dgm:t>
        <a:bodyPr/>
        <a:lstStyle/>
        <a:p>
          <a:endParaRPr lang="es-ES"/>
        </a:p>
      </dgm:t>
    </dgm:pt>
    <dgm:pt modelId="{894BCAD1-FDE1-40C4-846E-0FD77672949C}">
      <dgm:prSet phldrT="[Texto]"/>
      <dgm:spPr/>
      <dgm:t>
        <a:bodyPr/>
        <a:lstStyle/>
        <a:p>
          <a:r>
            <a:rPr lang="es-ES" dirty="0"/>
            <a:t>Seguimiento a Proyectos</a:t>
          </a:r>
        </a:p>
      </dgm:t>
    </dgm:pt>
    <dgm:pt modelId="{726F2979-03A1-4F43-ABB2-3A6C764F96AF}" type="parTrans" cxnId="{C3CBA3C2-E0F2-4B92-80EB-BAE682628EF4}">
      <dgm:prSet/>
      <dgm:spPr/>
      <dgm:t>
        <a:bodyPr/>
        <a:lstStyle/>
        <a:p>
          <a:endParaRPr lang="es-ES"/>
        </a:p>
      </dgm:t>
    </dgm:pt>
    <dgm:pt modelId="{220A1A9D-296F-4093-A3E7-B5B46774D527}" type="sibTrans" cxnId="{C3CBA3C2-E0F2-4B92-80EB-BAE682628EF4}">
      <dgm:prSet/>
      <dgm:spPr/>
      <dgm:t>
        <a:bodyPr/>
        <a:lstStyle/>
        <a:p>
          <a:endParaRPr lang="es-ES"/>
        </a:p>
      </dgm:t>
    </dgm:pt>
    <dgm:pt modelId="{034D82DD-3012-4254-BD8E-3F3C08CE0C87}" type="pres">
      <dgm:prSet presAssocID="{0A0D1344-8C5C-46F0-904E-6D36104A41BC}" presName="compositeShape" presStyleCnt="0">
        <dgm:presLayoutVars>
          <dgm:dir/>
          <dgm:resizeHandles/>
        </dgm:presLayoutVars>
      </dgm:prSet>
      <dgm:spPr/>
    </dgm:pt>
    <dgm:pt modelId="{8719FDF8-4E43-4E71-9DCC-EF539C553BB3}" type="pres">
      <dgm:prSet presAssocID="{0A0D1344-8C5C-46F0-904E-6D36104A41BC}" presName="pyramid" presStyleLbl="node1" presStyleIdx="0" presStyleCnt="1"/>
      <dgm:spPr/>
    </dgm:pt>
    <dgm:pt modelId="{73F2F106-E4CD-4626-B3CE-1B498347940B}" type="pres">
      <dgm:prSet presAssocID="{0A0D1344-8C5C-46F0-904E-6D36104A41BC}" presName="theList" presStyleCnt="0"/>
      <dgm:spPr/>
    </dgm:pt>
    <dgm:pt modelId="{14E15E9D-DA9B-46D5-AA7A-9A9085D7E35F}" type="pres">
      <dgm:prSet presAssocID="{394590E8-8473-44C1-B933-4C5F6C10A363}" presName="aNode" presStyleLbl="fgAcc1" presStyleIdx="0" presStyleCnt="3">
        <dgm:presLayoutVars>
          <dgm:bulletEnabled val="1"/>
        </dgm:presLayoutVars>
      </dgm:prSet>
      <dgm:spPr/>
    </dgm:pt>
    <dgm:pt modelId="{F95DB76C-56DD-4B9F-B41E-AC132074FD52}" type="pres">
      <dgm:prSet presAssocID="{394590E8-8473-44C1-B933-4C5F6C10A363}" presName="aSpace" presStyleCnt="0"/>
      <dgm:spPr/>
    </dgm:pt>
    <dgm:pt modelId="{86E74E8B-6233-4470-B709-A3EB821B01AB}" type="pres">
      <dgm:prSet presAssocID="{536D1B8F-11C5-4007-B403-E852A38BCF1F}" presName="aNode" presStyleLbl="fgAcc1" presStyleIdx="1" presStyleCnt="3">
        <dgm:presLayoutVars>
          <dgm:bulletEnabled val="1"/>
        </dgm:presLayoutVars>
      </dgm:prSet>
      <dgm:spPr/>
    </dgm:pt>
    <dgm:pt modelId="{C7D8A92D-5658-48FA-B413-1F6E2375237B}" type="pres">
      <dgm:prSet presAssocID="{536D1B8F-11C5-4007-B403-E852A38BCF1F}" presName="aSpace" presStyleCnt="0"/>
      <dgm:spPr/>
    </dgm:pt>
    <dgm:pt modelId="{19F740BE-CB7E-41A6-8879-A6599D9E12B1}" type="pres">
      <dgm:prSet presAssocID="{894BCAD1-FDE1-40C4-846E-0FD77672949C}" presName="aNode" presStyleLbl="fgAcc1" presStyleIdx="2" presStyleCnt="3">
        <dgm:presLayoutVars>
          <dgm:bulletEnabled val="1"/>
        </dgm:presLayoutVars>
      </dgm:prSet>
      <dgm:spPr/>
    </dgm:pt>
    <dgm:pt modelId="{0791DD88-A652-4081-8955-721DE9FA2B51}" type="pres">
      <dgm:prSet presAssocID="{894BCAD1-FDE1-40C4-846E-0FD77672949C}" presName="aSpace" presStyleCnt="0"/>
      <dgm:spPr/>
    </dgm:pt>
  </dgm:ptLst>
  <dgm:cxnLst>
    <dgm:cxn modelId="{B6BE7B03-3BBC-460A-8585-E45C5F0D068E}" srcId="{0A0D1344-8C5C-46F0-904E-6D36104A41BC}" destId="{536D1B8F-11C5-4007-B403-E852A38BCF1F}" srcOrd="1" destOrd="0" parTransId="{FC507E36-6F90-4766-B2BF-28A97A7FB538}" sibTransId="{8FFC0817-B0F4-4854-B4CC-B6168DDAF83B}"/>
    <dgm:cxn modelId="{8049B507-8B2E-46DA-9123-9723ACFE7217}" type="presOf" srcId="{394590E8-8473-44C1-B933-4C5F6C10A363}" destId="{14E15E9D-DA9B-46D5-AA7A-9A9085D7E35F}" srcOrd="0" destOrd="0" presId="urn:microsoft.com/office/officeart/2005/8/layout/pyramid2"/>
    <dgm:cxn modelId="{94688567-7320-4B2F-AE37-B1668D727566}" type="presOf" srcId="{536D1B8F-11C5-4007-B403-E852A38BCF1F}" destId="{86E74E8B-6233-4470-B709-A3EB821B01AB}" srcOrd="0" destOrd="0" presId="urn:microsoft.com/office/officeart/2005/8/layout/pyramid2"/>
    <dgm:cxn modelId="{E8701BA8-EE0E-4C6D-B6AB-D2E031CA992D}" srcId="{0A0D1344-8C5C-46F0-904E-6D36104A41BC}" destId="{394590E8-8473-44C1-B933-4C5F6C10A363}" srcOrd="0" destOrd="0" parTransId="{7EA4B110-AC86-4130-978C-588CC7A48CDC}" sibTransId="{4F50DFF0-673F-4794-BF36-52A534393761}"/>
    <dgm:cxn modelId="{557EA2C1-3CE7-4B44-B5D4-2921436B413B}" type="presOf" srcId="{894BCAD1-FDE1-40C4-846E-0FD77672949C}" destId="{19F740BE-CB7E-41A6-8879-A6599D9E12B1}" srcOrd="0" destOrd="0" presId="urn:microsoft.com/office/officeart/2005/8/layout/pyramid2"/>
    <dgm:cxn modelId="{C3CBA3C2-E0F2-4B92-80EB-BAE682628EF4}" srcId="{0A0D1344-8C5C-46F0-904E-6D36104A41BC}" destId="{894BCAD1-FDE1-40C4-846E-0FD77672949C}" srcOrd="2" destOrd="0" parTransId="{726F2979-03A1-4F43-ABB2-3A6C764F96AF}" sibTransId="{220A1A9D-296F-4093-A3E7-B5B46774D527}"/>
    <dgm:cxn modelId="{5A26C4D5-C7E7-4941-A1A0-3FE888A5B2AA}" type="presOf" srcId="{0A0D1344-8C5C-46F0-904E-6D36104A41BC}" destId="{034D82DD-3012-4254-BD8E-3F3C08CE0C87}" srcOrd="0" destOrd="0" presId="urn:microsoft.com/office/officeart/2005/8/layout/pyramid2"/>
    <dgm:cxn modelId="{EC3E6A1A-6422-4738-8720-6671C3C716A2}" type="presParOf" srcId="{034D82DD-3012-4254-BD8E-3F3C08CE0C87}" destId="{8719FDF8-4E43-4E71-9DCC-EF539C553BB3}" srcOrd="0" destOrd="0" presId="urn:microsoft.com/office/officeart/2005/8/layout/pyramid2"/>
    <dgm:cxn modelId="{E23FE83A-17AB-4A63-B808-EB45C4BB0A8F}" type="presParOf" srcId="{034D82DD-3012-4254-BD8E-3F3C08CE0C87}" destId="{73F2F106-E4CD-4626-B3CE-1B498347940B}" srcOrd="1" destOrd="0" presId="urn:microsoft.com/office/officeart/2005/8/layout/pyramid2"/>
    <dgm:cxn modelId="{DDD2C78C-4F70-48A9-939A-BB8729F1F36A}" type="presParOf" srcId="{73F2F106-E4CD-4626-B3CE-1B498347940B}" destId="{14E15E9D-DA9B-46D5-AA7A-9A9085D7E35F}" srcOrd="0" destOrd="0" presId="urn:microsoft.com/office/officeart/2005/8/layout/pyramid2"/>
    <dgm:cxn modelId="{593517CA-E15A-4082-BE2F-391FF76A5C7B}" type="presParOf" srcId="{73F2F106-E4CD-4626-B3CE-1B498347940B}" destId="{F95DB76C-56DD-4B9F-B41E-AC132074FD52}" srcOrd="1" destOrd="0" presId="urn:microsoft.com/office/officeart/2005/8/layout/pyramid2"/>
    <dgm:cxn modelId="{D944C3A0-6C59-4E38-85B2-9962C9AC1975}" type="presParOf" srcId="{73F2F106-E4CD-4626-B3CE-1B498347940B}" destId="{86E74E8B-6233-4470-B709-A3EB821B01AB}" srcOrd="2" destOrd="0" presId="urn:microsoft.com/office/officeart/2005/8/layout/pyramid2"/>
    <dgm:cxn modelId="{2580FA95-F052-4A38-AE33-9DE0E1066012}" type="presParOf" srcId="{73F2F106-E4CD-4626-B3CE-1B498347940B}" destId="{C7D8A92D-5658-48FA-B413-1F6E2375237B}" srcOrd="3" destOrd="0" presId="urn:microsoft.com/office/officeart/2005/8/layout/pyramid2"/>
    <dgm:cxn modelId="{E32A6A77-954C-462C-8BEB-8D691E33E0F5}" type="presParOf" srcId="{73F2F106-E4CD-4626-B3CE-1B498347940B}" destId="{19F740BE-CB7E-41A6-8879-A6599D9E12B1}" srcOrd="4" destOrd="0" presId="urn:microsoft.com/office/officeart/2005/8/layout/pyramid2"/>
    <dgm:cxn modelId="{2AFD36E1-A3AE-4B79-98E1-22D147CBCE18}" type="presParOf" srcId="{73F2F106-E4CD-4626-B3CE-1B498347940B}" destId="{0791DD88-A652-4081-8955-721DE9FA2B51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1854E-5955-47D2-98BC-F7E833B15BAD}">
      <dsp:nvSpPr>
        <dsp:cNvPr id="0" name=""/>
        <dsp:cNvSpPr/>
      </dsp:nvSpPr>
      <dsp:spPr>
        <a:xfrm>
          <a:off x="609599" y="0"/>
          <a:ext cx="6908800" cy="4572000"/>
        </a:xfrm>
        <a:prstGeom prst="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DD0064-EE1C-4879-9F20-4D8E19CDF471}">
      <dsp:nvSpPr>
        <dsp:cNvPr id="0" name=""/>
        <dsp:cNvSpPr/>
      </dsp:nvSpPr>
      <dsp:spPr>
        <a:xfrm>
          <a:off x="0" y="1371599"/>
          <a:ext cx="2438400" cy="1828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/>
            <a:t>Nueva Gerencia Pública</a:t>
          </a:r>
          <a:endParaRPr lang="es-ES" sz="2000" kern="1200" dirty="0"/>
        </a:p>
      </dsp:txBody>
      <dsp:txXfrm>
        <a:off x="89275" y="1460874"/>
        <a:ext cx="2259850" cy="1650250"/>
      </dsp:txXfrm>
    </dsp:sp>
    <dsp:sp modelId="{FA77A227-0D02-4F7E-B657-854FE184ED7F}">
      <dsp:nvSpPr>
        <dsp:cNvPr id="0" name=""/>
        <dsp:cNvSpPr/>
      </dsp:nvSpPr>
      <dsp:spPr>
        <a:xfrm>
          <a:off x="2844799" y="1371599"/>
          <a:ext cx="2438400" cy="1828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Nuevo Marco Legal (</a:t>
          </a:r>
          <a:r>
            <a:rPr lang="es-ES" sz="2000" kern="1200" dirty="0" err="1"/>
            <a:t>EC</a:t>
          </a:r>
          <a:r>
            <a:rPr lang="es-ES" sz="2000" kern="1200" dirty="0"/>
            <a:t>)</a:t>
          </a:r>
        </a:p>
      </dsp:txBody>
      <dsp:txXfrm>
        <a:off x="2934074" y="1460874"/>
        <a:ext cx="2259850" cy="1650250"/>
      </dsp:txXfrm>
    </dsp:sp>
    <dsp:sp modelId="{E46B2347-D4FD-4E91-AF0C-302568F5CA68}">
      <dsp:nvSpPr>
        <dsp:cNvPr id="0" name=""/>
        <dsp:cNvSpPr/>
      </dsp:nvSpPr>
      <dsp:spPr>
        <a:xfrm>
          <a:off x="5689600" y="1371599"/>
          <a:ext cx="2438400" cy="1828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/>
            <a:t>Gestión para resultados de desarrollo - </a:t>
          </a:r>
          <a:r>
            <a:rPr lang="es-EC" sz="2000" kern="1200" dirty="0" err="1"/>
            <a:t>GpRD</a:t>
          </a:r>
          <a:r>
            <a:rPr lang="es-EC" sz="2000" kern="1200" dirty="0"/>
            <a:t> </a:t>
          </a:r>
          <a:endParaRPr lang="es-ES" sz="2000" kern="1200" dirty="0"/>
        </a:p>
      </dsp:txBody>
      <dsp:txXfrm>
        <a:off x="5778875" y="1460874"/>
        <a:ext cx="2259850" cy="16502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88772-9D4E-48BD-B162-D7FD66DC50AA}">
      <dsp:nvSpPr>
        <dsp:cNvPr id="0" name=""/>
        <dsp:cNvSpPr/>
      </dsp:nvSpPr>
      <dsp:spPr>
        <a:xfrm>
          <a:off x="0" y="27024"/>
          <a:ext cx="3034270" cy="950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dirty="0"/>
            <a:t>Metodología de gobierno para resultados de desarrollo:</a:t>
          </a:r>
          <a:endParaRPr lang="es-ES" sz="1800" kern="1200" dirty="0">
            <a:solidFill>
              <a:srgbClr val="FF0000"/>
            </a:solidFill>
          </a:endParaRPr>
        </a:p>
      </dsp:txBody>
      <dsp:txXfrm>
        <a:off x="0" y="27024"/>
        <a:ext cx="3034270" cy="950400"/>
      </dsp:txXfrm>
    </dsp:sp>
    <dsp:sp modelId="{A42B7E84-12EE-4B27-8ED6-78374093090B}">
      <dsp:nvSpPr>
        <dsp:cNvPr id="0" name=""/>
        <dsp:cNvSpPr/>
      </dsp:nvSpPr>
      <dsp:spPr>
        <a:xfrm>
          <a:off x="0" y="977424"/>
          <a:ext cx="3034270" cy="144936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Índice de evaluación de implantación de GPRD en GAD</a:t>
          </a:r>
        </a:p>
      </dsp:txBody>
      <dsp:txXfrm>
        <a:off x="0" y="977424"/>
        <a:ext cx="3034270" cy="14493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4B14C-380D-496C-B0F2-EA4DC2646974}">
      <dsp:nvSpPr>
        <dsp:cNvPr id="0" name=""/>
        <dsp:cNvSpPr/>
      </dsp:nvSpPr>
      <dsp:spPr>
        <a:xfrm>
          <a:off x="578247" y="54514"/>
          <a:ext cx="4317548" cy="4317548"/>
        </a:xfrm>
        <a:prstGeom prst="circularArrow">
          <a:avLst>
            <a:gd name="adj1" fmla="val 5544"/>
            <a:gd name="adj2" fmla="val 330680"/>
            <a:gd name="adj3" fmla="val 13835107"/>
            <a:gd name="adj4" fmla="val 17350050"/>
            <a:gd name="adj5" fmla="val 5757"/>
          </a:avLst>
        </a:prstGeom>
        <a:solidFill>
          <a:srgbClr val="FBB25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B734B-43E9-4A6E-83C2-2A3384700CB9}">
      <dsp:nvSpPr>
        <dsp:cNvPr id="0" name=""/>
        <dsp:cNvSpPr/>
      </dsp:nvSpPr>
      <dsp:spPr>
        <a:xfrm>
          <a:off x="1752067" y="78740"/>
          <a:ext cx="1969907" cy="9849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noProof="0" dirty="0"/>
            <a:t>Planificación para resultados</a:t>
          </a:r>
        </a:p>
      </dsp:txBody>
      <dsp:txXfrm>
        <a:off x="1800148" y="126821"/>
        <a:ext cx="1873745" cy="888791"/>
      </dsp:txXfrm>
    </dsp:sp>
    <dsp:sp modelId="{4AF49A14-9F97-4449-8B68-06359D1426FB}">
      <dsp:nvSpPr>
        <dsp:cNvPr id="0" name=""/>
        <dsp:cNvSpPr/>
      </dsp:nvSpPr>
      <dsp:spPr>
        <a:xfrm>
          <a:off x="3503126" y="1350959"/>
          <a:ext cx="1969907" cy="9849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noProof="0" dirty="0"/>
            <a:t>Presupuesto por resultados</a:t>
          </a:r>
        </a:p>
      </dsp:txBody>
      <dsp:txXfrm>
        <a:off x="3551207" y="1399040"/>
        <a:ext cx="1873745" cy="888791"/>
      </dsp:txXfrm>
    </dsp:sp>
    <dsp:sp modelId="{48F41243-695C-413E-8E46-9A3C09CC36FE}">
      <dsp:nvSpPr>
        <dsp:cNvPr id="0" name=""/>
        <dsp:cNvSpPr/>
      </dsp:nvSpPr>
      <dsp:spPr>
        <a:xfrm>
          <a:off x="2834281" y="3409451"/>
          <a:ext cx="1969907" cy="9849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noProof="0" dirty="0"/>
            <a:t>Gestión financiera, auditoría y adquisiciones</a:t>
          </a:r>
        </a:p>
      </dsp:txBody>
      <dsp:txXfrm>
        <a:off x="2882362" y="3457532"/>
        <a:ext cx="1873745" cy="888791"/>
      </dsp:txXfrm>
    </dsp:sp>
    <dsp:sp modelId="{C253326C-F0D8-4034-B261-07CD6350FBB5}">
      <dsp:nvSpPr>
        <dsp:cNvPr id="0" name=""/>
        <dsp:cNvSpPr/>
      </dsp:nvSpPr>
      <dsp:spPr>
        <a:xfrm>
          <a:off x="669854" y="3409451"/>
          <a:ext cx="1969907" cy="9849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noProof="0" dirty="0"/>
            <a:t>Gestión de programas y proyectos</a:t>
          </a:r>
        </a:p>
      </dsp:txBody>
      <dsp:txXfrm>
        <a:off x="717935" y="3457532"/>
        <a:ext cx="1873745" cy="888791"/>
      </dsp:txXfrm>
    </dsp:sp>
    <dsp:sp modelId="{DE4C7066-109B-402A-82CB-F984F0A24DA3}">
      <dsp:nvSpPr>
        <dsp:cNvPr id="0" name=""/>
        <dsp:cNvSpPr/>
      </dsp:nvSpPr>
      <dsp:spPr>
        <a:xfrm>
          <a:off x="1009" y="1350959"/>
          <a:ext cx="1969907" cy="9849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noProof="0" dirty="0"/>
            <a:t>Seguimiento y evaluación</a:t>
          </a:r>
        </a:p>
      </dsp:txBody>
      <dsp:txXfrm>
        <a:off x="49090" y="1399040"/>
        <a:ext cx="1873745" cy="8887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A90C6-452B-4E26-9DD9-E13656EC19B7}">
      <dsp:nvSpPr>
        <dsp:cNvPr id="0" name=""/>
        <dsp:cNvSpPr/>
      </dsp:nvSpPr>
      <dsp:spPr>
        <a:xfrm rot="10800000">
          <a:off x="0" y="0"/>
          <a:ext cx="5352836" cy="980023"/>
        </a:xfrm>
        <a:prstGeom prst="trapezoid">
          <a:avLst>
            <a:gd name="adj" fmla="val 6827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 err="1"/>
            <a:t>Macroproceso</a:t>
          </a:r>
          <a:r>
            <a:rPr lang="es-ES" sz="1600" b="1" kern="1200" dirty="0"/>
            <a:t> </a:t>
          </a:r>
        </a:p>
      </dsp:txBody>
      <dsp:txXfrm rot="-10800000">
        <a:off x="936746" y="0"/>
        <a:ext cx="3479343" cy="980023"/>
      </dsp:txXfrm>
    </dsp:sp>
    <dsp:sp modelId="{09A1C5D8-2EF5-476E-92CB-EE565A30E3DF}">
      <dsp:nvSpPr>
        <dsp:cNvPr id="0" name=""/>
        <dsp:cNvSpPr/>
      </dsp:nvSpPr>
      <dsp:spPr>
        <a:xfrm rot="10800000">
          <a:off x="669104" y="980023"/>
          <a:ext cx="4014627" cy="980023"/>
        </a:xfrm>
        <a:prstGeom prst="trapezoid">
          <a:avLst>
            <a:gd name="adj" fmla="val 6827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Procesos</a:t>
          </a:r>
        </a:p>
      </dsp:txBody>
      <dsp:txXfrm rot="-10800000">
        <a:off x="1371664" y="980023"/>
        <a:ext cx="2609507" cy="980023"/>
      </dsp:txXfrm>
    </dsp:sp>
    <dsp:sp modelId="{B7D96571-9BF2-469C-9BAC-7AB70D090A71}">
      <dsp:nvSpPr>
        <dsp:cNvPr id="0" name=""/>
        <dsp:cNvSpPr/>
      </dsp:nvSpPr>
      <dsp:spPr>
        <a:xfrm rot="10800000">
          <a:off x="1338209" y="1960047"/>
          <a:ext cx="2676418" cy="980023"/>
        </a:xfrm>
        <a:prstGeom prst="trapezoid">
          <a:avLst>
            <a:gd name="adj" fmla="val 6827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Subprocesos</a:t>
          </a:r>
        </a:p>
      </dsp:txBody>
      <dsp:txXfrm rot="-10800000">
        <a:off x="1806582" y="1960047"/>
        <a:ext cx="1739671" cy="980023"/>
      </dsp:txXfrm>
    </dsp:sp>
    <dsp:sp modelId="{91DFA1B0-215B-4241-9208-FD18229A4B62}">
      <dsp:nvSpPr>
        <dsp:cNvPr id="0" name=""/>
        <dsp:cNvSpPr/>
      </dsp:nvSpPr>
      <dsp:spPr>
        <a:xfrm rot="10800000">
          <a:off x="1952092" y="2940071"/>
          <a:ext cx="1448651" cy="980023"/>
        </a:xfrm>
        <a:prstGeom prst="trapezoid">
          <a:avLst>
            <a:gd name="adj" fmla="val 6827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Procedimientos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b="1" kern="1200" dirty="0"/>
        </a:p>
      </dsp:txBody>
      <dsp:txXfrm rot="-10800000">
        <a:off x="1952092" y="2940071"/>
        <a:ext cx="1448651" cy="9800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6647A-A95B-4FB5-B182-2BFA568104A4}">
      <dsp:nvSpPr>
        <dsp:cNvPr id="0" name=""/>
        <dsp:cNvSpPr/>
      </dsp:nvSpPr>
      <dsp:spPr>
        <a:xfrm>
          <a:off x="0" y="0"/>
          <a:ext cx="2302033" cy="359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Normativa</a:t>
          </a:r>
          <a:r>
            <a:rPr lang="en-US" sz="1100" kern="1200" dirty="0"/>
            <a:t> (</a:t>
          </a:r>
          <a:r>
            <a:rPr lang="en-US" sz="1100" kern="1200" dirty="0" err="1"/>
            <a:t>competencias</a:t>
          </a:r>
          <a:r>
            <a:rPr lang="en-US" sz="1100" kern="1200" dirty="0"/>
            <a:t> y </a:t>
          </a:r>
          <a:r>
            <a:rPr lang="en-US" sz="1100" kern="1200" dirty="0" err="1"/>
            <a:t>atribuciones</a:t>
          </a:r>
          <a:r>
            <a:rPr lang="en-US" sz="1100" kern="1200" dirty="0"/>
            <a:t>)</a:t>
          </a:r>
        </a:p>
      </dsp:txBody>
      <dsp:txXfrm>
        <a:off x="10534" y="10534"/>
        <a:ext cx="1913928" cy="338596"/>
      </dsp:txXfrm>
    </dsp:sp>
    <dsp:sp modelId="{80BBF977-1D92-42BE-912E-722B27889EDB}">
      <dsp:nvSpPr>
        <dsp:cNvPr id="0" name=""/>
        <dsp:cNvSpPr/>
      </dsp:nvSpPr>
      <dsp:spPr>
        <a:xfrm>
          <a:off x="203120" y="419607"/>
          <a:ext cx="2302033" cy="359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Misión Institucional</a:t>
          </a:r>
        </a:p>
      </dsp:txBody>
      <dsp:txXfrm>
        <a:off x="213654" y="430141"/>
        <a:ext cx="1844063" cy="338596"/>
      </dsp:txXfrm>
    </dsp:sp>
    <dsp:sp modelId="{F217EA26-4F7D-4E9B-AC9E-8587387499FD}">
      <dsp:nvSpPr>
        <dsp:cNvPr id="0" name=""/>
        <dsp:cNvSpPr/>
      </dsp:nvSpPr>
      <dsp:spPr>
        <a:xfrm>
          <a:off x="406241" y="839215"/>
          <a:ext cx="2302033" cy="359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Portafolio de Servicios (procesos)</a:t>
          </a:r>
        </a:p>
      </dsp:txBody>
      <dsp:txXfrm>
        <a:off x="416775" y="849749"/>
        <a:ext cx="1844063" cy="338596"/>
      </dsp:txXfrm>
    </dsp:sp>
    <dsp:sp modelId="{2CE8B596-A049-42D6-A4F2-5F9CF9D0A96F}">
      <dsp:nvSpPr>
        <dsp:cNvPr id="0" name=""/>
        <dsp:cNvSpPr/>
      </dsp:nvSpPr>
      <dsp:spPr>
        <a:xfrm>
          <a:off x="2068252" y="272745"/>
          <a:ext cx="233781" cy="23378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120853" y="272745"/>
        <a:ext cx="128579" cy="175920"/>
      </dsp:txXfrm>
    </dsp:sp>
    <dsp:sp modelId="{39C3D41E-4A0C-4A85-A395-0BB1EDAEC092}">
      <dsp:nvSpPr>
        <dsp:cNvPr id="0" name=""/>
        <dsp:cNvSpPr/>
      </dsp:nvSpPr>
      <dsp:spPr>
        <a:xfrm>
          <a:off x="2271372" y="689955"/>
          <a:ext cx="233781" cy="23378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323973" y="689955"/>
        <a:ext cx="128579" cy="1759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6647A-A95B-4FB5-B182-2BFA568104A4}">
      <dsp:nvSpPr>
        <dsp:cNvPr id="0" name=""/>
        <dsp:cNvSpPr/>
      </dsp:nvSpPr>
      <dsp:spPr>
        <a:xfrm>
          <a:off x="0" y="0"/>
          <a:ext cx="2302033" cy="359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Visión</a:t>
          </a:r>
          <a:r>
            <a:rPr lang="en-US" sz="1400" kern="1200" dirty="0"/>
            <a:t> </a:t>
          </a:r>
          <a:r>
            <a:rPr lang="en-US" sz="1400" kern="1200" dirty="0" err="1"/>
            <a:t>institucional</a:t>
          </a:r>
          <a:endParaRPr lang="en-US" sz="1400" kern="1200" dirty="0"/>
        </a:p>
      </dsp:txBody>
      <dsp:txXfrm>
        <a:off x="10534" y="10534"/>
        <a:ext cx="1913928" cy="338596"/>
      </dsp:txXfrm>
    </dsp:sp>
    <dsp:sp modelId="{80BBF977-1D92-42BE-912E-722B27889EDB}">
      <dsp:nvSpPr>
        <dsp:cNvPr id="0" name=""/>
        <dsp:cNvSpPr/>
      </dsp:nvSpPr>
      <dsp:spPr>
        <a:xfrm>
          <a:off x="203120" y="419607"/>
          <a:ext cx="2302033" cy="359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Objetivos institucionales</a:t>
          </a:r>
        </a:p>
      </dsp:txBody>
      <dsp:txXfrm>
        <a:off x="213654" y="430141"/>
        <a:ext cx="1844063" cy="338596"/>
      </dsp:txXfrm>
    </dsp:sp>
    <dsp:sp modelId="{F217EA26-4F7D-4E9B-AC9E-8587387499FD}">
      <dsp:nvSpPr>
        <dsp:cNvPr id="0" name=""/>
        <dsp:cNvSpPr/>
      </dsp:nvSpPr>
      <dsp:spPr>
        <a:xfrm>
          <a:off x="406241" y="839215"/>
          <a:ext cx="2302033" cy="359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Portafolio de Proyectos</a:t>
          </a:r>
        </a:p>
      </dsp:txBody>
      <dsp:txXfrm>
        <a:off x="416775" y="849749"/>
        <a:ext cx="1844063" cy="338596"/>
      </dsp:txXfrm>
    </dsp:sp>
    <dsp:sp modelId="{2CE8B596-A049-42D6-A4F2-5F9CF9D0A96F}">
      <dsp:nvSpPr>
        <dsp:cNvPr id="0" name=""/>
        <dsp:cNvSpPr/>
      </dsp:nvSpPr>
      <dsp:spPr>
        <a:xfrm>
          <a:off x="2068252" y="272745"/>
          <a:ext cx="233781" cy="23378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kern="1200"/>
        </a:p>
      </dsp:txBody>
      <dsp:txXfrm>
        <a:off x="2120853" y="272745"/>
        <a:ext cx="128579" cy="175920"/>
      </dsp:txXfrm>
    </dsp:sp>
    <dsp:sp modelId="{39C3D41E-4A0C-4A85-A395-0BB1EDAEC092}">
      <dsp:nvSpPr>
        <dsp:cNvPr id="0" name=""/>
        <dsp:cNvSpPr/>
      </dsp:nvSpPr>
      <dsp:spPr>
        <a:xfrm>
          <a:off x="2271372" y="689955"/>
          <a:ext cx="233781" cy="23378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kern="1200"/>
        </a:p>
      </dsp:txBody>
      <dsp:txXfrm>
        <a:off x="2323973" y="689955"/>
        <a:ext cx="128579" cy="1759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65410-2D54-45B9-ADE6-B9C0019B978F}">
      <dsp:nvSpPr>
        <dsp:cNvPr id="0" name=""/>
        <dsp:cNvSpPr/>
      </dsp:nvSpPr>
      <dsp:spPr>
        <a:xfrm>
          <a:off x="4711166" y="2598094"/>
          <a:ext cx="141224" cy="4330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087"/>
              </a:lnTo>
              <a:lnTo>
                <a:pt x="141224" y="43308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C5D7BE-09FB-4030-AC72-97C448E8876B}">
      <dsp:nvSpPr>
        <dsp:cNvPr id="0" name=""/>
        <dsp:cNvSpPr/>
      </dsp:nvSpPr>
      <dsp:spPr>
        <a:xfrm>
          <a:off x="4518159" y="1929633"/>
          <a:ext cx="569604" cy="1977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857"/>
              </a:lnTo>
              <a:lnTo>
                <a:pt x="569604" y="98857"/>
              </a:lnTo>
              <a:lnTo>
                <a:pt x="569604" y="1977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602B46-EFA6-4096-8C96-5A18B2D04E10}">
      <dsp:nvSpPr>
        <dsp:cNvPr id="0" name=""/>
        <dsp:cNvSpPr/>
      </dsp:nvSpPr>
      <dsp:spPr>
        <a:xfrm>
          <a:off x="3948555" y="1929633"/>
          <a:ext cx="569604" cy="197714"/>
        </a:xfrm>
        <a:custGeom>
          <a:avLst/>
          <a:gdLst/>
          <a:ahLst/>
          <a:cxnLst/>
          <a:rect l="0" t="0" r="0" b="0"/>
          <a:pathLst>
            <a:path>
              <a:moveTo>
                <a:pt x="569604" y="0"/>
              </a:moveTo>
              <a:lnTo>
                <a:pt x="569604" y="98857"/>
              </a:lnTo>
              <a:lnTo>
                <a:pt x="0" y="98857"/>
              </a:lnTo>
              <a:lnTo>
                <a:pt x="0" y="1977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5A6C81-3903-4C1D-A60F-80D6C7BAF63B}">
      <dsp:nvSpPr>
        <dsp:cNvPr id="0" name=""/>
        <dsp:cNvSpPr/>
      </dsp:nvSpPr>
      <dsp:spPr>
        <a:xfrm>
          <a:off x="4472439" y="1261171"/>
          <a:ext cx="91440" cy="197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7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94B9FE-2D75-4366-8196-BAAF9FD6408D}">
      <dsp:nvSpPr>
        <dsp:cNvPr id="0" name=""/>
        <dsp:cNvSpPr/>
      </dsp:nvSpPr>
      <dsp:spPr>
        <a:xfrm>
          <a:off x="2868287" y="471266"/>
          <a:ext cx="1649871" cy="1977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857"/>
              </a:lnTo>
              <a:lnTo>
                <a:pt x="1649871" y="98857"/>
              </a:lnTo>
              <a:lnTo>
                <a:pt x="1649871" y="19771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B6EBDE-2BDF-439D-9285-A6EE32F77222}">
      <dsp:nvSpPr>
        <dsp:cNvPr id="0" name=""/>
        <dsp:cNvSpPr/>
      </dsp:nvSpPr>
      <dsp:spPr>
        <a:xfrm>
          <a:off x="2197373" y="1808189"/>
          <a:ext cx="141224" cy="1101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1549"/>
              </a:lnTo>
              <a:lnTo>
                <a:pt x="141224" y="110154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2A03DE-97A7-4CD3-90FF-E7976D919B10}">
      <dsp:nvSpPr>
        <dsp:cNvPr id="0" name=""/>
        <dsp:cNvSpPr/>
      </dsp:nvSpPr>
      <dsp:spPr>
        <a:xfrm>
          <a:off x="2197373" y="1808189"/>
          <a:ext cx="141224" cy="4330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087"/>
              </a:lnTo>
              <a:lnTo>
                <a:pt x="141224" y="43308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6D91AC-0C63-49D2-BC8B-FB0ADC43827C}">
      <dsp:nvSpPr>
        <dsp:cNvPr id="0" name=""/>
        <dsp:cNvSpPr/>
      </dsp:nvSpPr>
      <dsp:spPr>
        <a:xfrm>
          <a:off x="2528251" y="1139727"/>
          <a:ext cx="91440" cy="197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7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A4DD2F-FE0B-42A0-B990-4E32EF493189}">
      <dsp:nvSpPr>
        <dsp:cNvPr id="0" name=""/>
        <dsp:cNvSpPr/>
      </dsp:nvSpPr>
      <dsp:spPr>
        <a:xfrm>
          <a:off x="2573971" y="471266"/>
          <a:ext cx="294316" cy="197714"/>
        </a:xfrm>
        <a:custGeom>
          <a:avLst/>
          <a:gdLst/>
          <a:ahLst/>
          <a:cxnLst/>
          <a:rect l="0" t="0" r="0" b="0"/>
          <a:pathLst>
            <a:path>
              <a:moveTo>
                <a:pt x="294316" y="0"/>
              </a:moveTo>
              <a:lnTo>
                <a:pt x="294316" y="98857"/>
              </a:lnTo>
              <a:lnTo>
                <a:pt x="0" y="98857"/>
              </a:lnTo>
              <a:lnTo>
                <a:pt x="0" y="19771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9A7238-638A-4F85-9E7F-5057E7CAD8E3}">
      <dsp:nvSpPr>
        <dsp:cNvPr id="0" name=""/>
        <dsp:cNvSpPr/>
      </dsp:nvSpPr>
      <dsp:spPr>
        <a:xfrm>
          <a:off x="1100531" y="1808189"/>
          <a:ext cx="569604" cy="1977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857"/>
              </a:lnTo>
              <a:lnTo>
                <a:pt x="569604" y="98857"/>
              </a:lnTo>
              <a:lnTo>
                <a:pt x="569604" y="1977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8BBD35-CBF4-40F0-811B-779E5F84847F}">
      <dsp:nvSpPr>
        <dsp:cNvPr id="0" name=""/>
        <dsp:cNvSpPr/>
      </dsp:nvSpPr>
      <dsp:spPr>
        <a:xfrm>
          <a:off x="154328" y="2476651"/>
          <a:ext cx="141224" cy="4330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087"/>
              </a:lnTo>
              <a:lnTo>
                <a:pt x="141224" y="43308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8E63E5-21C8-478C-B62D-36074913B553}">
      <dsp:nvSpPr>
        <dsp:cNvPr id="0" name=""/>
        <dsp:cNvSpPr/>
      </dsp:nvSpPr>
      <dsp:spPr>
        <a:xfrm>
          <a:off x="530926" y="1808189"/>
          <a:ext cx="569604" cy="197714"/>
        </a:xfrm>
        <a:custGeom>
          <a:avLst/>
          <a:gdLst/>
          <a:ahLst/>
          <a:cxnLst/>
          <a:rect l="0" t="0" r="0" b="0"/>
          <a:pathLst>
            <a:path>
              <a:moveTo>
                <a:pt x="569604" y="0"/>
              </a:moveTo>
              <a:lnTo>
                <a:pt x="569604" y="98857"/>
              </a:lnTo>
              <a:lnTo>
                <a:pt x="0" y="98857"/>
              </a:lnTo>
              <a:lnTo>
                <a:pt x="0" y="1977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045394-0B0F-4DD4-A50D-ADABA65A9DC1}">
      <dsp:nvSpPr>
        <dsp:cNvPr id="0" name=""/>
        <dsp:cNvSpPr/>
      </dsp:nvSpPr>
      <dsp:spPr>
        <a:xfrm>
          <a:off x="1054811" y="1139727"/>
          <a:ext cx="91440" cy="197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7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9D2B24-048B-4A44-AA3D-4B413373ECAF}">
      <dsp:nvSpPr>
        <dsp:cNvPr id="0" name=""/>
        <dsp:cNvSpPr/>
      </dsp:nvSpPr>
      <dsp:spPr>
        <a:xfrm>
          <a:off x="1100531" y="471266"/>
          <a:ext cx="1767756" cy="197714"/>
        </a:xfrm>
        <a:custGeom>
          <a:avLst/>
          <a:gdLst/>
          <a:ahLst/>
          <a:cxnLst/>
          <a:rect l="0" t="0" r="0" b="0"/>
          <a:pathLst>
            <a:path>
              <a:moveTo>
                <a:pt x="1767756" y="0"/>
              </a:moveTo>
              <a:lnTo>
                <a:pt x="1767756" y="98857"/>
              </a:lnTo>
              <a:lnTo>
                <a:pt x="0" y="98857"/>
              </a:lnTo>
              <a:lnTo>
                <a:pt x="0" y="19771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CFAC9B-4444-4C15-B635-23CB607F712D}">
      <dsp:nvSpPr>
        <dsp:cNvPr id="0" name=""/>
        <dsp:cNvSpPr/>
      </dsp:nvSpPr>
      <dsp:spPr>
        <a:xfrm>
          <a:off x="2397540" y="518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Objetivos PEI</a:t>
          </a:r>
        </a:p>
      </dsp:txBody>
      <dsp:txXfrm>
        <a:off x="2397540" y="518"/>
        <a:ext cx="941495" cy="470747"/>
      </dsp:txXfrm>
    </dsp:sp>
    <dsp:sp modelId="{4E7D197D-0A0A-4991-89C6-363B7503779D}">
      <dsp:nvSpPr>
        <dsp:cNvPr id="0" name=""/>
        <dsp:cNvSpPr/>
      </dsp:nvSpPr>
      <dsp:spPr>
        <a:xfrm>
          <a:off x="629783" y="668980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Programa 01...</a:t>
          </a:r>
        </a:p>
      </dsp:txBody>
      <dsp:txXfrm>
        <a:off x="629783" y="668980"/>
        <a:ext cx="941495" cy="470747"/>
      </dsp:txXfrm>
    </dsp:sp>
    <dsp:sp modelId="{E24FE093-082B-423C-A7F4-DEC018ED51ED}">
      <dsp:nvSpPr>
        <dsp:cNvPr id="0" name=""/>
        <dsp:cNvSpPr/>
      </dsp:nvSpPr>
      <dsp:spPr>
        <a:xfrm>
          <a:off x="629783" y="1337441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Subprograma 01</a:t>
          </a:r>
        </a:p>
      </dsp:txBody>
      <dsp:txXfrm>
        <a:off x="629783" y="1337441"/>
        <a:ext cx="941495" cy="470747"/>
      </dsp:txXfrm>
    </dsp:sp>
    <dsp:sp modelId="{86091741-F633-4F64-9003-7AEDF36E1BD8}">
      <dsp:nvSpPr>
        <dsp:cNvPr id="0" name=""/>
        <dsp:cNvSpPr/>
      </dsp:nvSpPr>
      <dsp:spPr>
        <a:xfrm>
          <a:off x="60178" y="2005903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Proyecto 011</a:t>
          </a:r>
        </a:p>
      </dsp:txBody>
      <dsp:txXfrm>
        <a:off x="60178" y="2005903"/>
        <a:ext cx="941495" cy="470747"/>
      </dsp:txXfrm>
    </dsp:sp>
    <dsp:sp modelId="{C94124AD-8849-4179-9E78-E8403E2014F9}">
      <dsp:nvSpPr>
        <dsp:cNvPr id="0" name=""/>
        <dsp:cNvSpPr/>
      </dsp:nvSpPr>
      <dsp:spPr>
        <a:xfrm>
          <a:off x="295552" y="2674365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Actividad Proy 0111</a:t>
          </a:r>
        </a:p>
      </dsp:txBody>
      <dsp:txXfrm>
        <a:off x="295552" y="2674365"/>
        <a:ext cx="941495" cy="470747"/>
      </dsp:txXfrm>
    </dsp:sp>
    <dsp:sp modelId="{DAA97E7C-BD27-47AF-9CE2-ABA5DADF7899}">
      <dsp:nvSpPr>
        <dsp:cNvPr id="0" name=""/>
        <dsp:cNvSpPr/>
      </dsp:nvSpPr>
      <dsp:spPr>
        <a:xfrm>
          <a:off x="1199388" y="2005903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Actividad operativa 011</a:t>
          </a:r>
        </a:p>
      </dsp:txBody>
      <dsp:txXfrm>
        <a:off x="1199388" y="2005903"/>
        <a:ext cx="941495" cy="470747"/>
      </dsp:txXfrm>
    </dsp:sp>
    <dsp:sp modelId="{CE032CD5-83E8-4906-AF4C-A4C65E48E1A9}">
      <dsp:nvSpPr>
        <dsp:cNvPr id="0" name=""/>
        <dsp:cNvSpPr/>
      </dsp:nvSpPr>
      <dsp:spPr>
        <a:xfrm>
          <a:off x="2103223" y="668980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Programa de Apoyo 02 </a:t>
          </a:r>
        </a:p>
      </dsp:txBody>
      <dsp:txXfrm>
        <a:off x="2103223" y="668980"/>
        <a:ext cx="941495" cy="470747"/>
      </dsp:txXfrm>
    </dsp:sp>
    <dsp:sp modelId="{DD26E369-78F8-4B29-99D2-5B5858A240C1}">
      <dsp:nvSpPr>
        <dsp:cNvPr id="0" name=""/>
        <dsp:cNvSpPr/>
      </dsp:nvSpPr>
      <dsp:spPr>
        <a:xfrm>
          <a:off x="2103223" y="1337441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Subprograma 01</a:t>
          </a:r>
        </a:p>
      </dsp:txBody>
      <dsp:txXfrm>
        <a:off x="2103223" y="1337441"/>
        <a:ext cx="941495" cy="470747"/>
      </dsp:txXfrm>
    </dsp:sp>
    <dsp:sp modelId="{4CEA8BFB-9DB4-4F43-993C-1CD4CBD58530}">
      <dsp:nvSpPr>
        <dsp:cNvPr id="0" name=""/>
        <dsp:cNvSpPr/>
      </dsp:nvSpPr>
      <dsp:spPr>
        <a:xfrm>
          <a:off x="2338597" y="2005903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Actividad Operativa 011</a:t>
          </a:r>
        </a:p>
      </dsp:txBody>
      <dsp:txXfrm>
        <a:off x="2338597" y="2005903"/>
        <a:ext cx="941495" cy="470747"/>
      </dsp:txXfrm>
    </dsp:sp>
    <dsp:sp modelId="{65A8F635-FB7B-4A50-8357-CBFC985A3FEB}">
      <dsp:nvSpPr>
        <dsp:cNvPr id="0" name=""/>
        <dsp:cNvSpPr/>
      </dsp:nvSpPr>
      <dsp:spPr>
        <a:xfrm>
          <a:off x="2338597" y="2674365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Actividad Operativa 012</a:t>
          </a:r>
        </a:p>
      </dsp:txBody>
      <dsp:txXfrm>
        <a:off x="2338597" y="2674365"/>
        <a:ext cx="941495" cy="470747"/>
      </dsp:txXfrm>
    </dsp:sp>
    <dsp:sp modelId="{EADD622E-DB8C-44D8-8B39-E800EDA3B985}">
      <dsp:nvSpPr>
        <dsp:cNvPr id="0" name=""/>
        <dsp:cNvSpPr/>
      </dsp:nvSpPr>
      <dsp:spPr>
        <a:xfrm>
          <a:off x="3929527" y="668980"/>
          <a:ext cx="1177264" cy="5921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Programa Unidad Desconcentrada</a:t>
          </a:r>
        </a:p>
      </dsp:txBody>
      <dsp:txXfrm>
        <a:off x="3929527" y="668980"/>
        <a:ext cx="1177264" cy="592191"/>
      </dsp:txXfrm>
    </dsp:sp>
    <dsp:sp modelId="{006DD485-060A-4D67-81D2-8676B326C21D}">
      <dsp:nvSpPr>
        <dsp:cNvPr id="0" name=""/>
        <dsp:cNvSpPr/>
      </dsp:nvSpPr>
      <dsp:spPr>
        <a:xfrm>
          <a:off x="4047412" y="1458885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Subprograma 01</a:t>
          </a:r>
        </a:p>
      </dsp:txBody>
      <dsp:txXfrm>
        <a:off x="4047412" y="1458885"/>
        <a:ext cx="941495" cy="470747"/>
      </dsp:txXfrm>
    </dsp:sp>
    <dsp:sp modelId="{2DE596E3-7475-4D0E-9E0E-7D61F4DD8415}">
      <dsp:nvSpPr>
        <dsp:cNvPr id="0" name=""/>
        <dsp:cNvSpPr/>
      </dsp:nvSpPr>
      <dsp:spPr>
        <a:xfrm>
          <a:off x="3477807" y="2127347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Actividad operativa 011</a:t>
          </a:r>
        </a:p>
      </dsp:txBody>
      <dsp:txXfrm>
        <a:off x="3477807" y="2127347"/>
        <a:ext cx="941495" cy="470747"/>
      </dsp:txXfrm>
    </dsp:sp>
    <dsp:sp modelId="{6F0095CA-07BA-47CB-95D8-72EDD6FB6AA3}">
      <dsp:nvSpPr>
        <dsp:cNvPr id="0" name=""/>
        <dsp:cNvSpPr/>
      </dsp:nvSpPr>
      <dsp:spPr>
        <a:xfrm>
          <a:off x="4617016" y="2127347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Proyecto 011</a:t>
          </a:r>
        </a:p>
      </dsp:txBody>
      <dsp:txXfrm>
        <a:off x="4617016" y="2127347"/>
        <a:ext cx="941495" cy="470747"/>
      </dsp:txXfrm>
    </dsp:sp>
    <dsp:sp modelId="{D97ADC9C-8D8E-49FC-8BA1-372965BF048A}">
      <dsp:nvSpPr>
        <dsp:cNvPr id="0" name=""/>
        <dsp:cNvSpPr/>
      </dsp:nvSpPr>
      <dsp:spPr>
        <a:xfrm>
          <a:off x="4852390" y="2795808"/>
          <a:ext cx="941495" cy="4707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Actividad Proy 001</a:t>
          </a:r>
        </a:p>
      </dsp:txBody>
      <dsp:txXfrm>
        <a:off x="4852390" y="2795808"/>
        <a:ext cx="941495" cy="4707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B96C5-926F-4F4F-A8A2-E729F49E675B}">
      <dsp:nvSpPr>
        <dsp:cNvPr id="0" name=""/>
        <dsp:cNvSpPr/>
      </dsp:nvSpPr>
      <dsp:spPr>
        <a:xfrm>
          <a:off x="0" y="470345"/>
          <a:ext cx="865861" cy="744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Definición estructura programática inicial</a:t>
          </a:r>
        </a:p>
      </dsp:txBody>
      <dsp:txXfrm>
        <a:off x="21814" y="492159"/>
        <a:ext cx="822233" cy="701148"/>
      </dsp:txXfrm>
    </dsp:sp>
    <dsp:sp modelId="{4F7A0A8B-A8A3-4FCF-BE8F-700EB22CCACC}">
      <dsp:nvSpPr>
        <dsp:cNvPr id="0" name=""/>
        <dsp:cNvSpPr/>
      </dsp:nvSpPr>
      <dsp:spPr>
        <a:xfrm>
          <a:off x="952447" y="735367"/>
          <a:ext cx="183562" cy="2147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952447" y="778314"/>
        <a:ext cx="128493" cy="128839"/>
      </dsp:txXfrm>
    </dsp:sp>
    <dsp:sp modelId="{3BDEC20D-E9FA-4E46-82D5-CB4F2849AC96}">
      <dsp:nvSpPr>
        <dsp:cNvPr id="0" name=""/>
        <dsp:cNvSpPr/>
      </dsp:nvSpPr>
      <dsp:spPr>
        <a:xfrm>
          <a:off x="1212206" y="470345"/>
          <a:ext cx="865861" cy="744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Elaboración de POA en dependencias con estructura programática</a:t>
          </a:r>
        </a:p>
      </dsp:txBody>
      <dsp:txXfrm>
        <a:off x="1234020" y="492159"/>
        <a:ext cx="822233" cy="701148"/>
      </dsp:txXfrm>
    </dsp:sp>
    <dsp:sp modelId="{7C1A33B1-CC1D-43ED-94AD-8560A45B4E94}">
      <dsp:nvSpPr>
        <dsp:cNvPr id="0" name=""/>
        <dsp:cNvSpPr/>
      </dsp:nvSpPr>
      <dsp:spPr>
        <a:xfrm>
          <a:off x="2164654" y="735367"/>
          <a:ext cx="183562" cy="2147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164654" y="778314"/>
        <a:ext cx="128493" cy="128839"/>
      </dsp:txXfrm>
    </dsp:sp>
    <dsp:sp modelId="{EBA72DE4-E99C-4CE1-AF3F-A9FFA5F3441F}">
      <dsp:nvSpPr>
        <dsp:cNvPr id="0" name=""/>
        <dsp:cNvSpPr/>
      </dsp:nvSpPr>
      <dsp:spPr>
        <a:xfrm>
          <a:off x="2424412" y="470345"/>
          <a:ext cx="865861" cy="744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Solicitud de apertura programática</a:t>
          </a:r>
        </a:p>
      </dsp:txBody>
      <dsp:txXfrm>
        <a:off x="2446226" y="492159"/>
        <a:ext cx="822233" cy="701148"/>
      </dsp:txXfrm>
    </dsp:sp>
    <dsp:sp modelId="{62F8A2D4-58EE-453C-8503-1C1043D61765}">
      <dsp:nvSpPr>
        <dsp:cNvPr id="0" name=""/>
        <dsp:cNvSpPr/>
      </dsp:nvSpPr>
      <dsp:spPr>
        <a:xfrm>
          <a:off x="3376860" y="735367"/>
          <a:ext cx="183562" cy="2147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376860" y="778314"/>
        <a:ext cx="128493" cy="128839"/>
      </dsp:txXfrm>
    </dsp:sp>
    <dsp:sp modelId="{E68AAA2E-ED1F-45B4-A9AE-EAA52CA52AD7}">
      <dsp:nvSpPr>
        <dsp:cNvPr id="0" name=""/>
        <dsp:cNvSpPr/>
      </dsp:nvSpPr>
      <dsp:spPr>
        <a:xfrm>
          <a:off x="3636618" y="470345"/>
          <a:ext cx="865861" cy="744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Análisis</a:t>
          </a:r>
          <a:r>
            <a:rPr lang="en-US" sz="900" kern="1200" dirty="0"/>
            <a:t> de </a:t>
          </a:r>
          <a:r>
            <a:rPr lang="en-US" sz="900" kern="1200" dirty="0" err="1"/>
            <a:t>Estructura</a:t>
          </a:r>
          <a:r>
            <a:rPr lang="en-US" sz="900" kern="1200" dirty="0"/>
            <a:t> </a:t>
          </a:r>
          <a:r>
            <a:rPr lang="en-US" sz="900" kern="1200" dirty="0" err="1"/>
            <a:t>Programática</a:t>
          </a:r>
          <a:r>
            <a:rPr lang="en-US" sz="900" kern="1200" dirty="0"/>
            <a:t> e </a:t>
          </a:r>
          <a:r>
            <a:rPr lang="en-US" sz="900" kern="1200" dirty="0" err="1"/>
            <a:t>inclusión</a:t>
          </a:r>
          <a:r>
            <a:rPr lang="en-US" sz="900" kern="1200" dirty="0"/>
            <a:t> de </a:t>
          </a:r>
          <a:r>
            <a:rPr lang="en-US" sz="900" kern="1200" dirty="0" err="1"/>
            <a:t>proyectos</a:t>
          </a:r>
          <a:endParaRPr lang="en-US" sz="900" kern="1200" dirty="0"/>
        </a:p>
      </dsp:txBody>
      <dsp:txXfrm>
        <a:off x="3658432" y="492159"/>
        <a:ext cx="822233" cy="701148"/>
      </dsp:txXfrm>
    </dsp:sp>
    <dsp:sp modelId="{6A7229AD-F280-4CCE-BD20-5793B52183BC}">
      <dsp:nvSpPr>
        <dsp:cNvPr id="0" name=""/>
        <dsp:cNvSpPr/>
      </dsp:nvSpPr>
      <dsp:spPr>
        <a:xfrm>
          <a:off x="4589066" y="735367"/>
          <a:ext cx="183562" cy="2147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589066" y="778314"/>
        <a:ext cx="128493" cy="128839"/>
      </dsp:txXfrm>
    </dsp:sp>
    <dsp:sp modelId="{E079EFF3-1DB3-4715-A518-09971BD3128C}">
      <dsp:nvSpPr>
        <dsp:cNvPr id="0" name=""/>
        <dsp:cNvSpPr/>
      </dsp:nvSpPr>
      <dsp:spPr>
        <a:xfrm>
          <a:off x="4848825" y="470345"/>
          <a:ext cx="865861" cy="744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Vinculación</a:t>
          </a:r>
          <a:r>
            <a:rPr lang="en-US" sz="900" kern="1200" dirty="0"/>
            <a:t> </a:t>
          </a:r>
          <a:r>
            <a:rPr lang="en-US" sz="900" kern="1200" dirty="0" err="1"/>
            <a:t>estructura</a:t>
          </a:r>
          <a:r>
            <a:rPr lang="en-US" sz="900" kern="1200" dirty="0"/>
            <a:t> con </a:t>
          </a:r>
          <a:r>
            <a:rPr lang="en-US" sz="900" kern="1200" dirty="0" err="1"/>
            <a:t>clasificadores</a:t>
          </a:r>
          <a:r>
            <a:rPr lang="en-US" sz="900" kern="1200" dirty="0"/>
            <a:t> y </a:t>
          </a:r>
          <a:r>
            <a:rPr lang="en-US" sz="900" kern="1200" dirty="0" err="1"/>
            <a:t>catálogos</a:t>
          </a:r>
          <a:endParaRPr lang="en-US" sz="900" kern="1200" dirty="0"/>
        </a:p>
      </dsp:txBody>
      <dsp:txXfrm>
        <a:off x="4870639" y="492159"/>
        <a:ext cx="822233" cy="701148"/>
      </dsp:txXfrm>
    </dsp:sp>
    <dsp:sp modelId="{902BE16C-FFB6-4085-9B9A-66BBBBD4FB96}">
      <dsp:nvSpPr>
        <dsp:cNvPr id="0" name=""/>
        <dsp:cNvSpPr/>
      </dsp:nvSpPr>
      <dsp:spPr>
        <a:xfrm>
          <a:off x="5801272" y="735367"/>
          <a:ext cx="183562" cy="2147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801272" y="778314"/>
        <a:ext cx="128493" cy="128839"/>
      </dsp:txXfrm>
    </dsp:sp>
    <dsp:sp modelId="{75EAFF4E-B8B4-48D2-B98C-6B2E8D8AEB37}">
      <dsp:nvSpPr>
        <dsp:cNvPr id="0" name=""/>
        <dsp:cNvSpPr/>
      </dsp:nvSpPr>
      <dsp:spPr>
        <a:xfrm>
          <a:off x="6061031" y="470345"/>
          <a:ext cx="865861" cy="744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Estructura Programática final</a:t>
          </a:r>
        </a:p>
      </dsp:txBody>
      <dsp:txXfrm>
        <a:off x="6082845" y="492159"/>
        <a:ext cx="822233" cy="7011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28D1A-B312-4DDC-B1FE-E2639CD280D9}">
      <dsp:nvSpPr>
        <dsp:cNvPr id="0" name=""/>
        <dsp:cNvSpPr/>
      </dsp:nvSpPr>
      <dsp:spPr>
        <a:xfrm>
          <a:off x="5878" y="297709"/>
          <a:ext cx="865596" cy="961399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Análisis de la situación</a:t>
          </a:r>
        </a:p>
      </dsp:txBody>
      <dsp:txXfrm>
        <a:off x="31230" y="323061"/>
        <a:ext cx="814892" cy="910695"/>
      </dsp:txXfrm>
    </dsp:sp>
    <dsp:sp modelId="{C694413A-5EBF-4B07-A58C-A64BABE19E1E}">
      <dsp:nvSpPr>
        <dsp:cNvPr id="0" name=""/>
        <dsp:cNvSpPr/>
      </dsp:nvSpPr>
      <dsp:spPr>
        <a:xfrm>
          <a:off x="958035" y="671075"/>
          <a:ext cx="183506" cy="214667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958035" y="714008"/>
        <a:ext cx="128454" cy="128801"/>
      </dsp:txXfrm>
    </dsp:sp>
    <dsp:sp modelId="{CDAD2CD4-A59A-4AD1-8DAA-5B89EDF8CB29}">
      <dsp:nvSpPr>
        <dsp:cNvPr id="0" name=""/>
        <dsp:cNvSpPr/>
      </dsp:nvSpPr>
      <dsp:spPr>
        <a:xfrm>
          <a:off x="1217714" y="297709"/>
          <a:ext cx="865596" cy="961399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Acuerdo de variables para monitorear y evaluar</a:t>
          </a:r>
        </a:p>
      </dsp:txBody>
      <dsp:txXfrm>
        <a:off x="1243066" y="323061"/>
        <a:ext cx="814892" cy="910695"/>
      </dsp:txXfrm>
    </dsp:sp>
    <dsp:sp modelId="{F46E1C82-22BD-4120-ABD8-4DABDAAAF744}">
      <dsp:nvSpPr>
        <dsp:cNvPr id="0" name=""/>
        <dsp:cNvSpPr/>
      </dsp:nvSpPr>
      <dsp:spPr>
        <a:xfrm>
          <a:off x="2169870" y="671075"/>
          <a:ext cx="183506" cy="214667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2169870" y="714008"/>
        <a:ext cx="128454" cy="128801"/>
      </dsp:txXfrm>
    </dsp:sp>
    <dsp:sp modelId="{F09A112F-1333-4CF5-BCC7-3625E59B499C}">
      <dsp:nvSpPr>
        <dsp:cNvPr id="0" name=""/>
        <dsp:cNvSpPr/>
      </dsp:nvSpPr>
      <dsp:spPr>
        <a:xfrm>
          <a:off x="2429549" y="297709"/>
          <a:ext cx="1016643" cy="961399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Selección</a:t>
          </a:r>
          <a:r>
            <a:rPr lang="en-US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 de </a:t>
          </a:r>
          <a:r>
            <a:rPr lang="en-US" sz="12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indicadores</a:t>
          </a:r>
          <a:r>
            <a:rPr lang="en-US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 clave para </a:t>
          </a:r>
          <a:r>
            <a:rPr lang="en-US" sz="12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evaluar</a:t>
          </a:r>
          <a:r>
            <a:rPr lang="en-US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US" sz="12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desempeño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2457707" y="325867"/>
        <a:ext cx="960327" cy="905083"/>
      </dsp:txXfrm>
    </dsp:sp>
    <dsp:sp modelId="{9205E942-2A39-4038-A469-915910F90216}">
      <dsp:nvSpPr>
        <dsp:cNvPr id="0" name=""/>
        <dsp:cNvSpPr/>
      </dsp:nvSpPr>
      <dsp:spPr>
        <a:xfrm>
          <a:off x="3532752" y="671075"/>
          <a:ext cx="183506" cy="214667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3532752" y="714008"/>
        <a:ext cx="128454" cy="128801"/>
      </dsp:txXfrm>
    </dsp:sp>
    <dsp:sp modelId="{424C5E82-8F85-40D0-99F5-DF69E4E30095}">
      <dsp:nvSpPr>
        <dsp:cNvPr id="0" name=""/>
        <dsp:cNvSpPr/>
      </dsp:nvSpPr>
      <dsp:spPr>
        <a:xfrm>
          <a:off x="3792431" y="297709"/>
          <a:ext cx="865596" cy="961399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Línea de base de indicadores</a:t>
          </a:r>
        </a:p>
      </dsp:txBody>
      <dsp:txXfrm>
        <a:off x="3817783" y="323061"/>
        <a:ext cx="814892" cy="910695"/>
      </dsp:txXfrm>
    </dsp:sp>
    <dsp:sp modelId="{9F37064F-E2D0-4B5C-B66C-156B53F11220}">
      <dsp:nvSpPr>
        <dsp:cNvPr id="0" name=""/>
        <dsp:cNvSpPr/>
      </dsp:nvSpPr>
      <dsp:spPr>
        <a:xfrm>
          <a:off x="4744587" y="671075"/>
          <a:ext cx="183506" cy="214667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4744587" y="714008"/>
        <a:ext cx="128454" cy="128801"/>
      </dsp:txXfrm>
    </dsp:sp>
    <dsp:sp modelId="{7F85C2E5-C67F-4BE5-AAE3-1B0C21705E83}">
      <dsp:nvSpPr>
        <dsp:cNvPr id="0" name=""/>
        <dsp:cNvSpPr/>
      </dsp:nvSpPr>
      <dsp:spPr>
        <a:xfrm>
          <a:off x="5004266" y="297709"/>
          <a:ext cx="865596" cy="961399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Selección de metas</a:t>
          </a:r>
        </a:p>
      </dsp:txBody>
      <dsp:txXfrm>
        <a:off x="5029618" y="323061"/>
        <a:ext cx="814892" cy="910695"/>
      </dsp:txXfrm>
    </dsp:sp>
    <dsp:sp modelId="{E146D3EB-6764-4CDB-A44A-C256533A72F6}">
      <dsp:nvSpPr>
        <dsp:cNvPr id="0" name=""/>
        <dsp:cNvSpPr/>
      </dsp:nvSpPr>
      <dsp:spPr>
        <a:xfrm>
          <a:off x="5956423" y="671075"/>
          <a:ext cx="183506" cy="214667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5956423" y="714008"/>
        <a:ext cx="128454" cy="128801"/>
      </dsp:txXfrm>
    </dsp:sp>
    <dsp:sp modelId="{EB346463-2CEE-494E-9E31-8F8551F8FB2F}">
      <dsp:nvSpPr>
        <dsp:cNvPr id="0" name=""/>
        <dsp:cNvSpPr/>
      </dsp:nvSpPr>
      <dsp:spPr>
        <a:xfrm>
          <a:off x="6216102" y="297709"/>
          <a:ext cx="865596" cy="961399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Seguimiento de resultados</a:t>
          </a:r>
        </a:p>
      </dsp:txBody>
      <dsp:txXfrm>
        <a:off x="6241454" y="323061"/>
        <a:ext cx="814892" cy="910695"/>
      </dsp:txXfrm>
    </dsp:sp>
    <dsp:sp modelId="{A37E6804-7B43-4D7F-AEF4-825108D41141}">
      <dsp:nvSpPr>
        <dsp:cNvPr id="0" name=""/>
        <dsp:cNvSpPr/>
      </dsp:nvSpPr>
      <dsp:spPr>
        <a:xfrm>
          <a:off x="7168258" y="671075"/>
          <a:ext cx="183506" cy="214667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7168258" y="714008"/>
        <a:ext cx="128454" cy="128801"/>
      </dsp:txXfrm>
    </dsp:sp>
    <dsp:sp modelId="{4F3D92A8-2FA4-4268-8FE7-1EF34792354B}">
      <dsp:nvSpPr>
        <dsp:cNvPr id="0" name=""/>
        <dsp:cNvSpPr/>
      </dsp:nvSpPr>
      <dsp:spPr>
        <a:xfrm>
          <a:off x="7427937" y="297709"/>
          <a:ext cx="865596" cy="961399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Reporte de hallazgos</a:t>
          </a:r>
        </a:p>
      </dsp:txBody>
      <dsp:txXfrm>
        <a:off x="7453289" y="323061"/>
        <a:ext cx="814892" cy="910695"/>
      </dsp:txXfrm>
    </dsp:sp>
    <dsp:sp modelId="{74BA849A-3C22-4437-BF79-23FCDA1AAB53}">
      <dsp:nvSpPr>
        <dsp:cNvPr id="0" name=""/>
        <dsp:cNvSpPr/>
      </dsp:nvSpPr>
      <dsp:spPr>
        <a:xfrm>
          <a:off x="8380094" y="671075"/>
          <a:ext cx="183506" cy="214667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8380094" y="714008"/>
        <a:ext cx="128454" cy="128801"/>
      </dsp:txXfrm>
    </dsp:sp>
    <dsp:sp modelId="{8539FB85-0187-40FC-8B49-CF81B0E097C4}">
      <dsp:nvSpPr>
        <dsp:cNvPr id="0" name=""/>
        <dsp:cNvSpPr/>
      </dsp:nvSpPr>
      <dsp:spPr>
        <a:xfrm>
          <a:off x="8639773" y="297709"/>
          <a:ext cx="865596" cy="961399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Usar hallazgos</a:t>
          </a:r>
        </a:p>
      </dsp:txBody>
      <dsp:txXfrm>
        <a:off x="8665125" y="323061"/>
        <a:ext cx="814892" cy="910695"/>
      </dsp:txXfrm>
    </dsp:sp>
    <dsp:sp modelId="{3CC9F236-4914-4E50-A852-78EE4C4278F5}">
      <dsp:nvSpPr>
        <dsp:cNvPr id="0" name=""/>
        <dsp:cNvSpPr/>
      </dsp:nvSpPr>
      <dsp:spPr>
        <a:xfrm>
          <a:off x="9591929" y="671075"/>
          <a:ext cx="183506" cy="214667"/>
        </a:xfrm>
        <a:prstGeom prst="rightArrow">
          <a:avLst>
            <a:gd name="adj1" fmla="val 60000"/>
            <a:gd name="adj2" fmla="val 50000"/>
          </a:avLst>
        </a:prstGeom>
        <a:solidFill>
          <a:sysClr val="windowText" lastClr="000000">
            <a:tint val="60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9591929" y="714008"/>
        <a:ext cx="128454" cy="128801"/>
      </dsp:txXfrm>
    </dsp:sp>
    <dsp:sp modelId="{468F9BBA-E74B-4F51-831E-4A74E776C06E}">
      <dsp:nvSpPr>
        <dsp:cNvPr id="0" name=""/>
        <dsp:cNvSpPr/>
      </dsp:nvSpPr>
      <dsp:spPr>
        <a:xfrm>
          <a:off x="9851608" y="312899"/>
          <a:ext cx="1096061" cy="931019"/>
        </a:xfrm>
        <a:prstGeom prst="roundRect">
          <a:avLst>
            <a:gd name="adj" fmla="val 10000"/>
          </a:avLst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15875" cap="rnd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Sostenibilidad</a:t>
          </a:r>
          <a:endParaRPr lang="en-US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9878877" y="340168"/>
        <a:ext cx="1041523" cy="8764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9FDF8-4E43-4E71-9DCC-EF539C553BB3}">
      <dsp:nvSpPr>
        <dsp:cNvPr id="0" name=""/>
        <dsp:cNvSpPr/>
      </dsp:nvSpPr>
      <dsp:spPr>
        <a:xfrm>
          <a:off x="1006406" y="0"/>
          <a:ext cx="3012141" cy="3012141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15E9D-DA9B-46D5-AA7A-9A9085D7E35F}">
      <dsp:nvSpPr>
        <dsp:cNvPr id="0" name=""/>
        <dsp:cNvSpPr/>
      </dsp:nvSpPr>
      <dsp:spPr>
        <a:xfrm>
          <a:off x="2512476" y="302831"/>
          <a:ext cx="1957891" cy="713030"/>
        </a:xfrm>
        <a:prstGeom prst="round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Seguimiento a Resultados</a:t>
          </a:r>
        </a:p>
      </dsp:txBody>
      <dsp:txXfrm>
        <a:off x="2547283" y="337638"/>
        <a:ext cx="1888277" cy="643416"/>
      </dsp:txXfrm>
    </dsp:sp>
    <dsp:sp modelId="{86E74E8B-6233-4470-B709-A3EB821B01AB}">
      <dsp:nvSpPr>
        <dsp:cNvPr id="0" name=""/>
        <dsp:cNvSpPr/>
      </dsp:nvSpPr>
      <dsp:spPr>
        <a:xfrm>
          <a:off x="2512476" y="1104990"/>
          <a:ext cx="1957891" cy="713030"/>
        </a:xfrm>
        <a:prstGeom prst="round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Seguimiento a la Gestión Operativa</a:t>
          </a:r>
        </a:p>
      </dsp:txBody>
      <dsp:txXfrm>
        <a:off x="2547283" y="1139797"/>
        <a:ext cx="1888277" cy="643416"/>
      </dsp:txXfrm>
    </dsp:sp>
    <dsp:sp modelId="{19F740BE-CB7E-41A6-8879-A6599D9E12B1}">
      <dsp:nvSpPr>
        <dsp:cNvPr id="0" name=""/>
        <dsp:cNvSpPr/>
      </dsp:nvSpPr>
      <dsp:spPr>
        <a:xfrm>
          <a:off x="2512476" y="1907150"/>
          <a:ext cx="1957891" cy="713030"/>
        </a:xfrm>
        <a:prstGeom prst="round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Seguimiento a Proyectos</a:t>
          </a:r>
        </a:p>
      </dsp:txBody>
      <dsp:txXfrm>
        <a:off x="2547283" y="1941957"/>
        <a:ext cx="1888277" cy="643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9C29D-07CB-4655-80F2-1E02D86E9D39}" type="datetimeFigureOut">
              <a:rPr lang="es-EC" smtClean="0"/>
              <a:t>4/7/2025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C0CCB-03D6-4835-9059-CDA2E2499EA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941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589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C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479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C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4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988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114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358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021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673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807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365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2323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C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941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190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EC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658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C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23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2B672C-3EA7-43E8-B8B9-BB0D3B6598A4}" type="slidenum">
              <a:rPr kumimoji="0" lang="es-EC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EC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6871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2B672C-3EA7-43E8-B8B9-BB0D3B6598A4}" type="slidenum">
              <a:rPr lang="es-EC" smtClean="0"/>
              <a:t>26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5726221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2B672C-3EA7-43E8-B8B9-BB0D3B6598A4}" type="slidenum">
              <a:rPr lang="es-EC" smtClean="0"/>
              <a:t>28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09419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71698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841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2927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3820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93840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1745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2249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55444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83430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55608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12595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99C97-770F-4963-A13C-7F6C308832CE}" type="datetimeFigureOut">
              <a:rPr lang="es-EC" smtClean="0"/>
              <a:t>4/7/2025</a:t>
            </a:fld>
            <a:endParaRPr lang="es-EC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0772E-C4F6-4668-A786-122AFA26FA81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5174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2.emf"/><Relationship Id="rId7" Type="http://schemas.openxmlformats.org/officeDocument/2006/relationships/image" Target="../media/image15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2.emf"/><Relationship Id="rId7" Type="http://schemas.openxmlformats.org/officeDocument/2006/relationships/image" Target="../media/image15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image" Target="../media/image10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Layout" Target="../diagrams/layout8.xml"/><Relationship Id="rId7" Type="http://schemas.openxmlformats.org/officeDocument/2006/relationships/image" Target="../media/image9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13" Type="http://schemas.openxmlformats.org/officeDocument/2006/relationships/image" Target="../media/image10.jpeg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12" Type="http://schemas.openxmlformats.org/officeDocument/2006/relationships/image" Target="../media/image9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672" y="419402"/>
            <a:ext cx="2627291" cy="77183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8377"/>
            <a:ext cx="10540096" cy="19962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0095" y="6658377"/>
            <a:ext cx="538982" cy="19962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9077" y="6658375"/>
            <a:ext cx="538980" cy="20730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0280" y="6658375"/>
            <a:ext cx="552011" cy="212312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0" y="5945828"/>
            <a:ext cx="76758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600" dirty="0">
                <a:solidFill>
                  <a:srgbClr val="0070C0"/>
                </a:solidFill>
              </a:rPr>
              <a:t>FORTALECIMIENTO DE LAS FINANZAS PÚBLICAS DE GOBIERNOS PROVINCIALES CON EL ENFOQUE DE GESTIÓN POR RESULTADOS Y PARTICIPACIÓN CIUDADANA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4054018"/>
            <a:ext cx="12152290" cy="2328242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1121346" y="1669078"/>
            <a:ext cx="9238445" cy="1870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s-EC" sz="3600" b="1" dirty="0">
                <a:solidFill>
                  <a:schemeClr val="bg2">
                    <a:lumMod val="25000"/>
                  </a:schemeClr>
                </a:solidFill>
              </a:rPr>
              <a:t>Metodología que articule plan-presupuesto enfocado a gestión por resultados, para los Gobiernos Provinciales del Ecuador</a:t>
            </a:r>
            <a:endParaRPr lang="es-EC" sz="3600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594" y="5809204"/>
            <a:ext cx="1004381" cy="823413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120" y="5958764"/>
            <a:ext cx="1538026" cy="62837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287" y="295496"/>
            <a:ext cx="2777233" cy="113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5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371268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OBJETIVOS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947495" y="2109531"/>
            <a:ext cx="7305575" cy="2199422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s-EC" sz="2400" dirty="0"/>
              <a:t>Motivación-Diagnóstico rápido GADP</a:t>
            </a:r>
          </a:p>
          <a:p>
            <a:pPr lvl="0"/>
            <a:endParaRPr lang="es-EC" sz="24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s-EC" sz="2400" noProof="0" dirty="0"/>
              <a:t>Principales conceptos GpRD</a:t>
            </a:r>
          </a:p>
          <a:p>
            <a:pPr lvl="0"/>
            <a:endParaRPr lang="es-EC" sz="2400" noProof="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s-EC" sz="2400" noProof="0" dirty="0"/>
              <a:t>Explicación Manual y uso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7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371268" cy="698008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MOTIVACIÓN</a:t>
            </a:r>
            <a:endParaRPr lang="en-US" sz="2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09A1EA-2AC2-4CD1-BFBB-188066AE3F9A}"/>
              </a:ext>
            </a:extLst>
          </p:cNvPr>
          <p:cNvSpPr/>
          <p:nvPr/>
        </p:nvSpPr>
        <p:spPr>
          <a:xfrm>
            <a:off x="620455" y="1579802"/>
            <a:ext cx="968846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  <a:r>
              <a:rPr kumimoji="0" lang="es-ES" sz="1800" b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existe un enfoque hacia resultados. Se miden productos y no impactos, y no se presupuesta basado en desempeño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ES" sz="1800" b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s-ES" dirty="0">
                <a:solidFill>
                  <a:prstClr val="black"/>
                </a:solidFill>
              </a:rPr>
              <a:t>No existe una proyección de la inversión pública plurianual y programación financiera multianual.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ES" sz="1800" b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/>
              </a:rPr>
              <a:t>Fortalecer los sistemas de seguimiento y evaluación (implementarlos).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ES" dirty="0">
                <a:solidFill>
                  <a:prstClr val="black"/>
                </a:solidFill>
                <a:latin typeface="Calibri" panose="020F0502020204030204"/>
              </a:rPr>
              <a:t>No existe un proceso consistente de diseño y priorización de proyectos.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ES" sz="1800" b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ES" baseline="0" dirty="0">
                <a:solidFill>
                  <a:prstClr val="black"/>
                </a:solidFill>
                <a:latin typeface="Calibri" panose="020F0502020204030204"/>
              </a:rPr>
              <a:t>Mínima articulación entre lo que se planifica</a:t>
            </a:r>
            <a:r>
              <a:rPr lang="es-ES" dirty="0">
                <a:solidFill>
                  <a:prstClr val="black"/>
                </a:solidFill>
                <a:latin typeface="Calibri" panose="020F0502020204030204"/>
              </a:rPr>
              <a:t> y presupuesta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ES" dirty="0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desvinculación</a:t>
            </a:r>
            <a:r>
              <a:rPr kumimoji="0" lang="es-ES" sz="1800" b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durante la gestión es incluso mayor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ES" noProof="0" dirty="0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800" b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</a:t>
            </a:r>
            <a:r>
              <a:rPr kumimoji="0" lang="es-ES" sz="1800" b="0" u="none" strike="noStrike" kern="1200" cap="none" spc="0" normalizeH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proyectos no se planifican adecuadamente y esto conlleva problemas en ejecución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ES" sz="1800" b="0" u="none" strike="noStrike" kern="1200" cap="none" spc="0" normalizeH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lvl="0" indent="-285750">
              <a:buFont typeface="Wingdings" panose="05000000000000000000" pitchFamily="2" charset="2"/>
              <a:buChar char="§"/>
              <a:defRPr/>
            </a:pPr>
            <a:r>
              <a:rPr lang="es-ES" dirty="0">
                <a:solidFill>
                  <a:prstClr val="black"/>
                </a:solidFill>
              </a:rPr>
              <a:t>Institucionalizar los procesos; para que exista  la mejora continua  y no se pierda las buenas practicas.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52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474299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MARCO CONCEPTUAL: </a:t>
            </a:r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GPRD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500056695"/>
              </p:ext>
            </p:extLst>
          </p:nvPr>
        </p:nvGraphicFramePr>
        <p:xfrm>
          <a:off x="302054" y="1717589"/>
          <a:ext cx="8128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1941103948"/>
              </p:ext>
            </p:extLst>
          </p:nvPr>
        </p:nvGraphicFramePr>
        <p:xfrm>
          <a:off x="8621721" y="2776684"/>
          <a:ext cx="3034270" cy="2453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909A1EA-2AC2-4CD1-BFBB-188066AE3F9A}"/>
              </a:ext>
            </a:extLst>
          </p:cNvPr>
          <p:cNvSpPr/>
          <p:nvPr/>
        </p:nvSpPr>
        <p:spPr>
          <a:xfrm>
            <a:off x="670560" y="1717589"/>
            <a:ext cx="47032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Alinear programación, M&amp;E con resultados. No con cumplimiento de actividades o ejecución de presupuesto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C1ABD-3C9C-42C9-9CB7-F2B791570B5C}"/>
              </a:ext>
            </a:extLst>
          </p:cNvPr>
          <p:cNvSpPr/>
          <p:nvPr/>
        </p:nvSpPr>
        <p:spPr>
          <a:xfrm>
            <a:off x="906287" y="5340420"/>
            <a:ext cx="4467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Utilizar la información generada: Liderazgo de la autoridad y capacidades técnicas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5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087932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</a:t>
            </a:r>
            <a:r>
              <a:rPr lang="es-EC" sz="2800" b="1" dirty="0">
                <a:solidFill>
                  <a:schemeClr val="bg1"/>
                </a:solidFill>
              </a:rPr>
              <a:t>MARCO CONCEPTUAL: CADENA DE RESULTADOS</a:t>
            </a:r>
            <a:endParaRPr lang="en-US" sz="2800" b="1" kern="1200" dirty="0">
              <a:solidFill>
                <a:schemeClr val="bg1"/>
              </a:solidFill>
            </a:endParaRPr>
          </a:p>
        </p:txBody>
      </p:sp>
      <p:grpSp>
        <p:nvGrpSpPr>
          <p:cNvPr id="7" name="Group 59393"/>
          <p:cNvGrpSpPr/>
          <p:nvPr/>
        </p:nvGrpSpPr>
        <p:grpSpPr>
          <a:xfrm>
            <a:off x="672943" y="1763492"/>
            <a:ext cx="10121177" cy="3982985"/>
            <a:chOff x="-345626" y="96160"/>
            <a:chExt cx="6548306" cy="2656565"/>
          </a:xfrm>
        </p:grpSpPr>
        <p:sp>
          <p:nvSpPr>
            <p:cNvPr id="8" name="Left Bracket 59395"/>
            <p:cNvSpPr/>
            <p:nvPr/>
          </p:nvSpPr>
          <p:spPr>
            <a:xfrm rot="5400000">
              <a:off x="4843781" y="-565786"/>
              <a:ext cx="304800" cy="2330450"/>
            </a:xfrm>
            <a:prstGeom prst="leftBracket">
              <a:avLst/>
            </a:prstGeom>
            <a:ln w="15875">
              <a:solidFill>
                <a:schemeClr val="accent3">
                  <a:lumMod val="75000"/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59401"/>
            <p:cNvGrpSpPr/>
            <p:nvPr/>
          </p:nvGrpSpPr>
          <p:grpSpPr>
            <a:xfrm>
              <a:off x="-345626" y="96160"/>
              <a:ext cx="6548306" cy="2656565"/>
              <a:chOff x="-274188" y="96160"/>
              <a:chExt cx="6548306" cy="2656565"/>
            </a:xfrm>
          </p:grpSpPr>
          <p:sp>
            <p:nvSpPr>
              <p:cNvPr id="10" name="Left Bracket 59403"/>
              <p:cNvSpPr/>
              <p:nvPr/>
            </p:nvSpPr>
            <p:spPr>
              <a:xfrm rot="16200000">
                <a:off x="1754983" y="269173"/>
                <a:ext cx="304800" cy="3671887"/>
              </a:xfrm>
              <a:prstGeom prst="leftBracket">
                <a:avLst/>
              </a:prstGeom>
              <a:ln w="19050">
                <a:solidFill>
                  <a:schemeClr val="tx2">
                    <a:lumMod val="75000"/>
                    <a:alpha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C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" name="Group 59404"/>
              <p:cNvGrpSpPr/>
              <p:nvPr/>
            </p:nvGrpSpPr>
            <p:grpSpPr>
              <a:xfrm>
                <a:off x="-274188" y="96160"/>
                <a:ext cx="6548306" cy="2656565"/>
                <a:chOff x="-345626" y="96160"/>
                <a:chExt cx="6548306" cy="2656565"/>
              </a:xfrm>
            </p:grpSpPr>
            <p:sp>
              <p:nvSpPr>
                <p:cNvPr id="12" name="Left Bracket 59405"/>
                <p:cNvSpPr/>
                <p:nvPr/>
              </p:nvSpPr>
              <p:spPr>
                <a:xfrm rot="16200000">
                  <a:off x="4885917" y="982028"/>
                  <a:ext cx="218622" cy="2332355"/>
                </a:xfrm>
                <a:prstGeom prst="leftBracket">
                  <a:avLst/>
                </a:prstGeom>
                <a:ln w="19050">
                  <a:solidFill>
                    <a:schemeClr val="accent3">
                      <a:lumMod val="75000"/>
                      <a:alpha val="6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" name="Group 59406"/>
                <p:cNvGrpSpPr/>
                <p:nvPr/>
              </p:nvGrpSpPr>
              <p:grpSpPr>
                <a:xfrm>
                  <a:off x="0" y="96160"/>
                  <a:ext cx="6186488" cy="1356402"/>
                  <a:chOff x="0" y="96160"/>
                  <a:chExt cx="6186488" cy="1356402"/>
                </a:xfrm>
              </p:grpSpPr>
              <p:sp>
                <p:nvSpPr>
                  <p:cNvPr id="19" name="Arrow: Pentagon 59409"/>
                  <p:cNvSpPr/>
                  <p:nvPr/>
                </p:nvSpPr>
                <p:spPr>
                  <a:xfrm>
                    <a:off x="2543175" y="919162"/>
                    <a:ext cx="1114425" cy="533400"/>
                  </a:xfrm>
                  <a:prstGeom prst="homePlate">
                    <a:avLst/>
                  </a:prstGeom>
                  <a:ln w="190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s-EC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Producto</a:t>
                    </a:r>
                  </a:p>
                </p:txBody>
              </p:sp>
              <p:grpSp>
                <p:nvGrpSpPr>
                  <p:cNvPr id="20" name="Group 59411"/>
                  <p:cNvGrpSpPr/>
                  <p:nvPr/>
                </p:nvGrpSpPr>
                <p:grpSpPr>
                  <a:xfrm>
                    <a:off x="0" y="96160"/>
                    <a:ext cx="6186488" cy="1356402"/>
                    <a:chOff x="0" y="96160"/>
                    <a:chExt cx="6186488" cy="1356402"/>
                  </a:xfrm>
                </p:grpSpPr>
                <p:sp>
                  <p:nvSpPr>
                    <p:cNvPr id="21" name="Arrow: Pentagon 59412"/>
                    <p:cNvSpPr/>
                    <p:nvPr/>
                  </p:nvSpPr>
                  <p:spPr>
                    <a:xfrm>
                      <a:off x="4763" y="919162"/>
                      <a:ext cx="1114425" cy="533400"/>
                    </a:xfrm>
                    <a:prstGeom prst="homePlate">
                      <a:avLst/>
                    </a:prstGeom>
                    <a:ln w="19050"/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C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Insumo</a:t>
                      </a:r>
                    </a:p>
                  </p:txBody>
                </p:sp>
                <p:sp>
                  <p:nvSpPr>
                    <p:cNvPr id="22" name="Arrow: Pentagon 59413"/>
                    <p:cNvSpPr/>
                    <p:nvPr/>
                  </p:nvSpPr>
                  <p:spPr>
                    <a:xfrm>
                      <a:off x="1271588" y="919162"/>
                      <a:ext cx="1114425" cy="533400"/>
                    </a:xfrm>
                    <a:prstGeom prst="homePlate">
                      <a:avLst/>
                    </a:prstGeom>
                    <a:ln w="19050"/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C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</a:p>
                  </p:txBody>
                </p:sp>
                <p:sp>
                  <p:nvSpPr>
                    <p:cNvPr id="23" name="Arrow: Pentagon 59414"/>
                    <p:cNvSpPr/>
                    <p:nvPr/>
                  </p:nvSpPr>
                  <p:spPr>
                    <a:xfrm>
                      <a:off x="3846038" y="919162"/>
                      <a:ext cx="1114425" cy="533400"/>
                    </a:xfrm>
                    <a:prstGeom prst="homePlate">
                      <a:avLst/>
                    </a:prstGeom>
                    <a:ln w="19050"/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C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Efecto</a:t>
                      </a:r>
                    </a:p>
                  </p:txBody>
                </p:sp>
                <p:sp>
                  <p:nvSpPr>
                    <p:cNvPr id="24" name="Arrow: Pentagon 59416"/>
                    <p:cNvSpPr/>
                    <p:nvPr/>
                  </p:nvSpPr>
                  <p:spPr>
                    <a:xfrm>
                      <a:off x="5072063" y="919162"/>
                      <a:ext cx="1114425" cy="533400"/>
                    </a:xfrm>
                    <a:prstGeom prst="homePlate">
                      <a:avLst/>
                    </a:prstGeom>
                    <a:ln w="19050"/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C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Impacto</a:t>
                      </a:r>
                    </a:p>
                  </p:txBody>
                </p:sp>
                <p:sp>
                  <p:nvSpPr>
                    <p:cNvPr id="25" name="Left Bracket 59420"/>
                    <p:cNvSpPr/>
                    <p:nvPr/>
                  </p:nvSpPr>
                  <p:spPr>
                    <a:xfrm rot="5400000">
                      <a:off x="1683544" y="-1236504"/>
                      <a:ext cx="304800" cy="3671888"/>
                    </a:xfrm>
                    <a:prstGeom prst="leftBracket">
                      <a:avLst/>
                    </a:prstGeom>
                    <a:ln w="19050">
                      <a:solidFill>
                        <a:schemeClr val="tx2">
                          <a:lumMod val="75000"/>
                          <a:alpha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C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6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9113" y="96160"/>
                      <a:ext cx="2373630" cy="29495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C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Eficiencia</a:t>
                      </a:r>
                      <a:endParaRPr kumimoji="0" lang="es-EC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795713" y="96161"/>
                      <a:ext cx="2373630" cy="29495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9050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C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Eficacia</a:t>
                      </a:r>
                      <a:endParaRPr kumimoji="0" lang="es-EC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sp>
              <p:nvSpPr>
                <p:cNvPr id="14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519113" y="2371725"/>
                  <a:ext cx="2373630" cy="381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EC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Ejecución</a:t>
                  </a:r>
                  <a:endPara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3829050" y="2371725"/>
                  <a:ext cx="2373630" cy="381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EC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Resultados</a:t>
                  </a:r>
                  <a:endPara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4086225" y="1559652"/>
                  <a:ext cx="2075180" cy="48450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EC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¿Cómo están cambiando las condiciones de los ciudadanos?</a:t>
                  </a:r>
                  <a:endPara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1876572" y="1548312"/>
                  <a:ext cx="2098846" cy="50718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EC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¿Estamos creando bienes y servicios en tiempo, costo, calidad y alcance esperados?</a:t>
                  </a:r>
                  <a:endPara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-345626" y="1559652"/>
                  <a:ext cx="2364105" cy="48450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EC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¿Con qué rapidez y costo de personal y recursos?</a:t>
                  </a:r>
                  <a:endPara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C" altLang="es-EC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s-EC" altLang="es-EC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s-EC" alt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2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590208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</a:t>
            </a:r>
            <a:r>
              <a:rPr lang="es-EC" sz="2800" b="1" dirty="0">
                <a:solidFill>
                  <a:schemeClr val="bg1"/>
                </a:solidFill>
              </a:rPr>
              <a:t>MARCO CONCEPTUAL: MEDICIÓN DE RESULTADOS</a:t>
            </a:r>
            <a:endParaRPr lang="en-US" sz="2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8" name="Picture 66706"/>
          <p:cNvPicPr/>
          <p:nvPr/>
        </p:nvPicPr>
        <p:blipFill rotWithShape="1">
          <a:blip r:embed="rId3" cstate="print"/>
          <a:srcRect l="1156" t="3409" r="1642" b="1989"/>
          <a:stretch/>
        </p:blipFill>
        <p:spPr bwMode="auto">
          <a:xfrm>
            <a:off x="288099" y="1691014"/>
            <a:ext cx="6513534" cy="4271375"/>
          </a:xfrm>
          <a:prstGeom prst="rect">
            <a:avLst/>
          </a:prstGeom>
          <a:ln w="38100" cap="sq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7027101" y="2091846"/>
            <a:ext cx="4985358" cy="3298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C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Indicador</a:t>
            </a:r>
            <a:r>
              <a:rPr lang="es-EC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es un dato o conjunto de datos que ayuda a medir objetivamente la evolución de un proceso o actividad y el avance con respecto al resultado esperado.</a:t>
            </a: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C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Características</a:t>
            </a: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s-EC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Relevancia: reflejar y evaluar el resultado esperado</a:t>
            </a: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s-EC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Confiabilidad: medición precisa de resultados</a:t>
            </a: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s-EC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Utilidad: Deben apoyar la toma de decisiones</a:t>
            </a: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s-EC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Eficiencia: la gestión de los indicadores debe ser lo menos costosa posible</a:t>
            </a: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s-EC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Comprensión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s-EC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Meta:</a:t>
            </a:r>
            <a:r>
              <a:rPr lang="es-EC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Cuantificación de lo que se quiere alcanzar</a:t>
            </a:r>
            <a:endParaRPr lang="es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1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371268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</a:t>
            </a:r>
            <a:r>
              <a:rPr lang="es-EC" sz="2800" b="1" dirty="0">
                <a:solidFill>
                  <a:schemeClr val="bg1"/>
                </a:solidFill>
              </a:rPr>
              <a:t>MARCO CONCEPTUAL: ELEMENTOS GPRD</a:t>
            </a:r>
            <a:endParaRPr lang="en-US" sz="2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Diagram 59417"/>
          <p:cNvGraphicFramePr/>
          <p:nvPr/>
        </p:nvGraphicFramePr>
        <p:xfrm>
          <a:off x="3361038" y="1705233"/>
          <a:ext cx="5474043" cy="4473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ángulo redondeado 3"/>
          <p:cNvSpPr/>
          <p:nvPr/>
        </p:nvSpPr>
        <p:spPr>
          <a:xfrm>
            <a:off x="5311541" y="4061860"/>
            <a:ext cx="1568918" cy="7315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GPRD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3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6008374"/>
              </p:ext>
            </p:extLst>
          </p:nvPr>
        </p:nvGraphicFramePr>
        <p:xfrm>
          <a:off x="767682" y="320667"/>
          <a:ext cx="10683970" cy="1173988"/>
        </p:xfrm>
        <a:graphic>
          <a:graphicData uri="http://schemas.openxmlformats.org/drawingml/2006/table">
            <a:tbl>
              <a:tblPr firstCol="1" bandRow="1">
                <a:tableStyleId>{793D81CF-94F2-401A-BA57-92F5A7B2D0C5}</a:tableStyleId>
              </a:tblPr>
              <a:tblGrid>
                <a:gridCol w="2926011">
                  <a:extLst>
                    <a:ext uri="{9D8B030D-6E8A-4147-A177-3AD203B41FA5}">
                      <a16:colId xmlns:a16="http://schemas.microsoft.com/office/drawing/2014/main" val="3925511509"/>
                    </a:ext>
                  </a:extLst>
                </a:gridCol>
                <a:gridCol w="7757959">
                  <a:extLst>
                    <a:ext uri="{9D8B030D-6E8A-4147-A177-3AD203B41FA5}">
                      <a16:colId xmlns:a16="http://schemas.microsoft.com/office/drawing/2014/main" val="3363872597"/>
                    </a:ext>
                  </a:extLst>
                </a:gridCol>
              </a:tblGrid>
              <a:tr h="6872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Gobierno para Resultados de Desarrollo o Gestión para Resultados de Desarrollo (</a:t>
                      </a:r>
                      <a:r>
                        <a:rPr lang="es-EC" sz="1800" dirty="0" err="1">
                          <a:effectLst/>
                        </a:rPr>
                        <a:t>GpRD</a:t>
                      </a:r>
                      <a:r>
                        <a:rPr lang="es-EC" sz="1800" dirty="0">
                          <a:effectLst/>
                        </a:rPr>
                        <a:t>) 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El conjunto de herramientas y metodologías que orienta la acción de los actores públicos hacia la generación de valor público.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“Del cumplimiento de procedimientos a una orientación hacia resultados”</a:t>
                      </a:r>
                    </a:p>
                  </a:txBody>
                  <a:tcPr marL="36163" marR="36163" marT="0" marB="0"/>
                </a:tc>
                <a:extLst>
                  <a:ext uri="{0D108BD9-81ED-4DB2-BD59-A6C34878D82A}">
                    <a16:rowId xmlns:a16="http://schemas.microsoft.com/office/drawing/2014/main" val="3598251361"/>
                  </a:ext>
                </a:extLst>
              </a:tr>
            </a:tbl>
          </a:graphicData>
        </a:graphic>
      </p:graphicFrame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780202"/>
              </p:ext>
            </p:extLst>
          </p:nvPr>
        </p:nvGraphicFramePr>
        <p:xfrm>
          <a:off x="788096" y="1737943"/>
          <a:ext cx="10683970" cy="589092"/>
        </p:xfrm>
        <a:graphic>
          <a:graphicData uri="http://schemas.openxmlformats.org/drawingml/2006/table">
            <a:tbl>
              <a:tblPr firstCol="1" bandRow="1">
                <a:tableStyleId>{793D81CF-94F2-401A-BA57-92F5A7B2D0C5}</a:tableStyleId>
              </a:tblPr>
              <a:tblGrid>
                <a:gridCol w="2926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7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90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Valor Público o Resultados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Cambios sociales observables y medibles en respuesta a las necesidades y/o demandas sociales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843025"/>
              </p:ext>
            </p:extLst>
          </p:nvPr>
        </p:nvGraphicFramePr>
        <p:xfrm>
          <a:off x="813148" y="2577188"/>
          <a:ext cx="10683970" cy="883639"/>
        </p:xfrm>
        <a:graphic>
          <a:graphicData uri="http://schemas.openxmlformats.org/drawingml/2006/table">
            <a:tbl>
              <a:tblPr firstCol="1" bandRow="1">
                <a:tableStyleId>{793D81CF-94F2-401A-BA57-92F5A7B2D0C5}</a:tableStyleId>
              </a:tblPr>
              <a:tblGrid>
                <a:gridCol w="2926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7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36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Presupuesto basado</a:t>
                      </a:r>
                      <a:r>
                        <a:rPr lang="es-EC" sz="1800" baseline="0" dirty="0">
                          <a:effectLst/>
                        </a:rPr>
                        <a:t> en desempeño</a:t>
                      </a:r>
                      <a:endParaRPr lang="es-EC" sz="1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 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Metodologías, procesos e instrumentos que permiten que las decisiones involucradas en un presupuesto incorporen consideraciones</a:t>
                      </a:r>
                      <a:r>
                        <a:rPr lang="es-EC" sz="1800" baseline="0" dirty="0">
                          <a:effectLst/>
                        </a:rPr>
                        <a:t> sobre desempeños pasados y esperados, e incentivos y exigencias para obtener dicho desempeño.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32994"/>
              </p:ext>
            </p:extLst>
          </p:nvPr>
        </p:nvGraphicFramePr>
        <p:xfrm>
          <a:off x="825674" y="3679478"/>
          <a:ext cx="10683970" cy="883639"/>
        </p:xfrm>
        <a:graphic>
          <a:graphicData uri="http://schemas.openxmlformats.org/drawingml/2006/table">
            <a:tbl>
              <a:tblPr firstCol="1" bandRow="1">
                <a:tableStyleId>{793D81CF-94F2-401A-BA57-92F5A7B2D0C5}</a:tableStyleId>
              </a:tblPr>
              <a:tblGrid>
                <a:gridCol w="2926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7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36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Gestión de la Inversión Pública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Se refiere a la ejecución de los programas y proyectos de inversión con el objetivo de generar productos (bienes y servicios) que a su vez generan valor público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92509"/>
              </p:ext>
            </p:extLst>
          </p:nvPr>
        </p:nvGraphicFramePr>
        <p:xfrm>
          <a:off x="825674" y="4744189"/>
          <a:ext cx="10683970" cy="1017783"/>
        </p:xfrm>
        <a:graphic>
          <a:graphicData uri="http://schemas.openxmlformats.org/drawingml/2006/table">
            <a:tbl>
              <a:tblPr firstCol="1" bandRow="1">
                <a:tableStyleId>{793D81CF-94F2-401A-BA57-92F5A7B2D0C5}</a:tableStyleId>
              </a:tblPr>
              <a:tblGrid>
                <a:gridCol w="2926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7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77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Seguimiento y evaluación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Son procesos que vigilan que los programas, proyectos y actividades operativas se ejecuten de acuerdo con lo planificado; sugieren acciones correctivas y preventivas; y, contribuyen de manera efectiva a la generación de valor público. 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602898"/>
              </p:ext>
            </p:extLst>
          </p:nvPr>
        </p:nvGraphicFramePr>
        <p:xfrm>
          <a:off x="815236" y="5873621"/>
          <a:ext cx="10683970" cy="883639"/>
        </p:xfrm>
        <a:graphic>
          <a:graphicData uri="http://schemas.openxmlformats.org/drawingml/2006/table">
            <a:tbl>
              <a:tblPr firstCol="1" bandRow="1">
                <a:tableStyleId>{793D81CF-94F2-401A-BA57-92F5A7B2D0C5}</a:tableStyleId>
              </a:tblPr>
              <a:tblGrid>
                <a:gridCol w="2926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7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36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Plan Operativo</a:t>
                      </a:r>
                      <a:r>
                        <a:rPr lang="es-EC" sz="1800" baseline="0" dirty="0">
                          <a:effectLst/>
                        </a:rPr>
                        <a:t> Anual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800" dirty="0">
                          <a:effectLst/>
                        </a:rPr>
                        <a:t>Instrumento de gestión de apoyo a la acción pública, que contiene las directrices a seguir: áreas estratégicas, programas, proyectos, recursos, articulado</a:t>
                      </a:r>
                      <a:r>
                        <a:rPr lang="es-EC" sz="1800" baseline="0" dirty="0">
                          <a:effectLst/>
                        </a:rPr>
                        <a:t> con objetivos y metas, y la expresión financiera para cumplirlas.</a:t>
                      </a:r>
                      <a:endParaRPr lang="es-EC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63" marR="3616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07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858" y="435795"/>
            <a:ext cx="8035140" cy="586038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645" y="139119"/>
            <a:ext cx="1068175" cy="91589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0073" y="247591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60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234666"/>
            <a:ext cx="6229350" cy="343852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842499" y="575353"/>
            <a:ext cx="302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Planificación para Resultados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138" y="841944"/>
            <a:ext cx="5653569" cy="416308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7111429" y="575353"/>
            <a:ext cx="302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Presupuesto para Resultados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6467475" y="5005027"/>
            <a:ext cx="51370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1600" dirty="0"/>
              <a:t>Sistema de monitoreo y evaluación</a:t>
            </a:r>
          </a:p>
          <a:p>
            <a:pPr marL="285750" indent="-285750">
              <a:buFontTx/>
              <a:buChar char="-"/>
            </a:pPr>
            <a:r>
              <a:rPr lang="es-ES" sz="1600" dirty="0"/>
              <a:t>Procesos de uso de información en formulación de presupuesto</a:t>
            </a:r>
          </a:p>
          <a:p>
            <a:pPr marL="285750" indent="-285750">
              <a:buFontTx/>
              <a:buChar char="-"/>
            </a:pPr>
            <a:r>
              <a:rPr lang="es-ES" sz="1600" dirty="0"/>
              <a:t>Estructura de incentivos</a:t>
            </a:r>
          </a:p>
          <a:p>
            <a:pPr marL="285750" indent="-285750">
              <a:buFontTx/>
              <a:buChar char="-"/>
            </a:pPr>
            <a:r>
              <a:rPr lang="es-ES" sz="1600" dirty="0"/>
              <a:t>Normas que permitan uso de recursos para logro de resultados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968392" y="5005027"/>
            <a:ext cx="51370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1600" dirty="0"/>
              <a:t>Vinculación Plan y Presupuesto</a:t>
            </a:r>
          </a:p>
          <a:p>
            <a:pPr marL="285750" indent="-285750">
              <a:buFontTx/>
              <a:buChar char="-"/>
            </a:pPr>
            <a:r>
              <a:rPr lang="es-ES" sz="1600" dirty="0"/>
              <a:t>Plan y Estructura Organizativa</a:t>
            </a:r>
          </a:p>
          <a:p>
            <a:pPr marL="285750" indent="-285750">
              <a:buFontTx/>
              <a:buChar char="-"/>
            </a:pPr>
            <a:r>
              <a:rPr lang="es-ES" sz="1600" dirty="0"/>
              <a:t>Mediano y corto plazo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0073" y="61235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28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171589" y="1004552"/>
            <a:ext cx="766786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Para mejorar los servicios públicos en sus diversos aspectos (</a:t>
            </a:r>
            <a:r>
              <a:rPr lang="es-ES" sz="2400" b="1" dirty="0"/>
              <a:t>calidad, cobertura, eficiencia, efectividad</a:t>
            </a:r>
            <a:r>
              <a:rPr lang="es-ES" sz="2400" dirty="0"/>
              <a:t>) es necesario mejorar la información sobre quiénes son </a:t>
            </a:r>
            <a:r>
              <a:rPr lang="es-ES" sz="2400" b="1" dirty="0"/>
              <a:t>responsables</a:t>
            </a:r>
            <a:r>
              <a:rPr lang="es-ES" sz="2400" dirty="0"/>
              <a:t> de su generación y cuál el </a:t>
            </a:r>
            <a:r>
              <a:rPr lang="es-ES" sz="2400" b="1" dirty="0"/>
              <a:t>costo</a:t>
            </a:r>
            <a:r>
              <a:rPr lang="es-ES" sz="2400" dirty="0"/>
              <a:t> de proveerlos de manera que los sistemas de información puedan dar respuestas a preguntas tales como: </a:t>
            </a:r>
            <a:r>
              <a:rPr lang="es-ES" sz="2400" b="1" dirty="0"/>
              <a:t>¿Quién produce?, ¿cuánto produce?, y ¿cuánto cuesta lo que produce? 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(</a:t>
            </a:r>
            <a:r>
              <a:rPr lang="es-ES" dirty="0" err="1"/>
              <a:t>Schick</a:t>
            </a:r>
            <a:r>
              <a:rPr lang="es-ES" dirty="0"/>
              <a:t>, 2005). </a:t>
            </a:r>
            <a:endParaRPr lang="es-ES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0" y="4070633"/>
            <a:ext cx="12152290" cy="232824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8377"/>
            <a:ext cx="10540096" cy="19962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0095" y="6658377"/>
            <a:ext cx="538982" cy="19962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9077" y="6658375"/>
            <a:ext cx="538980" cy="20730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0280" y="6658375"/>
            <a:ext cx="552011" cy="212312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0" y="5945828"/>
            <a:ext cx="76758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600" dirty="0">
                <a:solidFill>
                  <a:srgbClr val="0070C0"/>
                </a:solidFill>
              </a:rPr>
              <a:t>FORTALECIMIENTO DE LAS FINANZAS PÚBLICAS DE GOBIERNOS PROVINCIALES CON EL ENFOQUE DE GESTIÓN POR RESULTADOS Y PARTICIPACIÓN CIUDADANA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594" y="5834962"/>
            <a:ext cx="1068175" cy="8234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022" y="5943435"/>
            <a:ext cx="1640109" cy="62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71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41948" y="2745070"/>
            <a:ext cx="6239005" cy="1325563"/>
          </a:xfrm>
        </p:spPr>
        <p:txBody>
          <a:bodyPr/>
          <a:lstStyle/>
          <a:p>
            <a:r>
              <a:rPr lang="es-ES" b="1" dirty="0"/>
              <a:t>MANUAL METODOLÓGICO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0" y="4070633"/>
            <a:ext cx="12152290" cy="232824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8377"/>
            <a:ext cx="10540096" cy="19962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0095" y="6658377"/>
            <a:ext cx="538982" cy="19962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9077" y="6658375"/>
            <a:ext cx="538980" cy="2073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0280" y="6658375"/>
            <a:ext cx="552011" cy="212312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0" y="5945828"/>
            <a:ext cx="76758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600" dirty="0">
                <a:solidFill>
                  <a:srgbClr val="0070C0"/>
                </a:solidFill>
              </a:rPr>
              <a:t>FORTALECIMIENTO DE LAS FINANZAS PÚBLICAS DE GOBIERNOS PROVINCIALES CON EL ENFOQUE DE GESTIÓN POR RESULTADOS Y PARTICIPACIÓN CIUDADANA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594" y="5834962"/>
            <a:ext cx="1068175" cy="823413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022" y="5943435"/>
            <a:ext cx="1640109" cy="62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0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731505984"/>
              </p:ext>
            </p:extLst>
          </p:nvPr>
        </p:nvGraphicFramePr>
        <p:xfrm>
          <a:off x="2979505" y="2044557"/>
          <a:ext cx="5352836" cy="3920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229600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</a:t>
            </a:r>
            <a:r>
              <a:rPr lang="es-EC" sz="2800" b="1" dirty="0">
                <a:solidFill>
                  <a:schemeClr val="bg1"/>
                </a:solidFill>
              </a:rPr>
              <a:t> MANUAL METODOLÓGICO: ESTRUCTURA</a:t>
            </a:r>
            <a:endParaRPr lang="en-US" sz="2800" b="1" kern="1200" dirty="0">
              <a:solidFill>
                <a:schemeClr val="bg1"/>
              </a:solidFill>
            </a:endParaRPr>
          </a:p>
        </p:txBody>
      </p:sp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C" altLang="es-EC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s-EC" altLang="es-EC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s-EC" alt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072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7997780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</a:t>
            </a:r>
            <a:r>
              <a:rPr lang="es-EC" sz="2800" b="1" dirty="0">
                <a:solidFill>
                  <a:schemeClr val="bg1"/>
                </a:solidFill>
              </a:rPr>
              <a:t> MANUAL METODOLÓGICO: ESTRUCTURA</a:t>
            </a:r>
            <a:endParaRPr lang="en-US" sz="2800" b="1" kern="1200" dirty="0">
              <a:solidFill>
                <a:schemeClr val="bg1"/>
              </a:solidFill>
            </a:endParaRPr>
          </a:p>
        </p:txBody>
      </p:sp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C" altLang="es-EC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s-EC" altLang="es-EC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s-EC" alt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370385"/>
              </p:ext>
            </p:extLst>
          </p:nvPr>
        </p:nvGraphicFramePr>
        <p:xfrm>
          <a:off x="1037689" y="1613194"/>
          <a:ext cx="5969286" cy="4495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59770">
                  <a:extLst>
                    <a:ext uri="{9D8B030D-6E8A-4147-A177-3AD203B41FA5}">
                      <a16:colId xmlns:a16="http://schemas.microsoft.com/office/drawing/2014/main" val="2727001894"/>
                    </a:ext>
                  </a:extLst>
                </a:gridCol>
                <a:gridCol w="3609516">
                  <a:extLst>
                    <a:ext uri="{9D8B030D-6E8A-4147-A177-3AD203B41FA5}">
                      <a16:colId xmlns:a16="http://schemas.microsoft.com/office/drawing/2014/main" val="233736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CAMPO</a:t>
                      </a:r>
                      <a:endParaRPr lang="es-EC" sz="1600" dirty="0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DESCRIPCIÓN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632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Proceso</a:t>
                      </a:r>
                      <a:endParaRPr lang="es-EC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Nombre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del 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proceso</a:t>
                      </a:r>
                      <a:endParaRPr lang="es-EC" sz="1600" dirty="0"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911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Diagn</a:t>
                      </a:r>
                      <a:r>
                        <a:rPr lang="es-EC" sz="1600" dirty="0" err="1"/>
                        <a:t>óstico</a:t>
                      </a:r>
                      <a:r>
                        <a:rPr lang="es-EC" sz="1600" dirty="0"/>
                        <a:t>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600" dirty="0"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Preguntas sobre el estado de situación en la implementación de GpRD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621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sz="1600" dirty="0"/>
                        <a:t>Elementos fundamentales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600" dirty="0"/>
                        <a:t>Definiciones y directrices para el desarrollo</a:t>
                      </a:r>
                      <a:r>
                        <a:rPr lang="es-EC" sz="1600" baseline="0" dirty="0"/>
                        <a:t> del proceso</a:t>
                      </a:r>
                      <a:endParaRPr lang="es-EC" sz="1600" dirty="0"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33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sz="1600" dirty="0"/>
                        <a:t>Referencias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Fuentes</a:t>
                      </a:r>
                      <a:r>
                        <a:rPr lang="es-EC" sz="1600" baseline="0" dirty="0"/>
                        <a:t> n</a:t>
                      </a:r>
                      <a:r>
                        <a:rPr lang="es-EC" sz="1600" dirty="0"/>
                        <a:t>ormativas y marco conceptual o metodológico relacionado con el proceso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528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600" dirty="0"/>
                        <a:t>Flujo de Proceso</a:t>
                      </a:r>
                      <a:endParaRPr lang="es-EC" sz="1600" dirty="0"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600" baseline="0" dirty="0"/>
                        <a:t>Responsables generales, entradas, técnicas y herramientas, salidas y usuarios</a:t>
                      </a:r>
                      <a:endParaRPr lang="es-EC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sz="1600" dirty="0"/>
                        <a:t>Procedimiento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Descripción paso a paso del</a:t>
                      </a:r>
                      <a:r>
                        <a:rPr lang="es-EC" sz="1600" baseline="0" dirty="0"/>
                        <a:t> proceso</a:t>
                      </a:r>
                      <a:endParaRPr lang="es-EC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46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600" dirty="0"/>
                        <a:t>Formatos sugeridos</a:t>
                      </a:r>
                      <a:endParaRPr lang="es-EC" sz="1600" dirty="0"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Matrices</a:t>
                      </a:r>
                      <a:r>
                        <a:rPr lang="es-EC" sz="1600" baseline="0" dirty="0"/>
                        <a:t> y contenidos sugeridos para el proceso y la salida </a:t>
                      </a:r>
                      <a:endParaRPr lang="es-EC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38751"/>
                  </a:ext>
                </a:extLst>
              </a:tr>
            </a:tbl>
          </a:graphicData>
        </a:graphic>
      </p:graphicFrame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55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a 12"/>
          <p:cNvGraphicFramePr>
            <a:graphicFrameLocks noGrp="1"/>
          </p:cNvGraphicFramePr>
          <p:nvPr/>
        </p:nvGraphicFramePr>
        <p:xfrm>
          <a:off x="1302280" y="987425"/>
          <a:ext cx="9587440" cy="6017404"/>
        </p:xfrm>
        <a:graphic>
          <a:graphicData uri="http://schemas.openxmlformats.org/drawingml/2006/table">
            <a:tbl>
              <a:tblPr firstRow="1" firstCol="1" bandRow="1"/>
              <a:tblGrid>
                <a:gridCol w="964877">
                  <a:extLst>
                    <a:ext uri="{9D8B030D-6E8A-4147-A177-3AD203B41FA5}">
                      <a16:colId xmlns:a16="http://schemas.microsoft.com/office/drawing/2014/main" val="1528091238"/>
                    </a:ext>
                  </a:extLst>
                </a:gridCol>
                <a:gridCol w="1909350">
                  <a:extLst>
                    <a:ext uri="{9D8B030D-6E8A-4147-A177-3AD203B41FA5}">
                      <a16:colId xmlns:a16="http://schemas.microsoft.com/office/drawing/2014/main" val="583427397"/>
                    </a:ext>
                  </a:extLst>
                </a:gridCol>
                <a:gridCol w="43440">
                  <a:extLst>
                    <a:ext uri="{9D8B030D-6E8A-4147-A177-3AD203B41FA5}">
                      <a16:colId xmlns:a16="http://schemas.microsoft.com/office/drawing/2014/main" val="1757346585"/>
                    </a:ext>
                  </a:extLst>
                </a:gridCol>
                <a:gridCol w="724586">
                  <a:extLst>
                    <a:ext uri="{9D8B030D-6E8A-4147-A177-3AD203B41FA5}">
                      <a16:colId xmlns:a16="http://schemas.microsoft.com/office/drawing/2014/main" val="2549252064"/>
                    </a:ext>
                  </a:extLst>
                </a:gridCol>
                <a:gridCol w="1092730">
                  <a:extLst>
                    <a:ext uri="{9D8B030D-6E8A-4147-A177-3AD203B41FA5}">
                      <a16:colId xmlns:a16="http://schemas.microsoft.com/office/drawing/2014/main" val="665162234"/>
                    </a:ext>
                  </a:extLst>
                </a:gridCol>
                <a:gridCol w="1210204">
                  <a:extLst>
                    <a:ext uri="{9D8B030D-6E8A-4147-A177-3AD203B41FA5}">
                      <a16:colId xmlns:a16="http://schemas.microsoft.com/office/drawing/2014/main" val="2735379890"/>
                    </a:ext>
                  </a:extLst>
                </a:gridCol>
                <a:gridCol w="440266">
                  <a:extLst>
                    <a:ext uri="{9D8B030D-6E8A-4147-A177-3AD203B41FA5}">
                      <a16:colId xmlns:a16="http://schemas.microsoft.com/office/drawing/2014/main" val="4096347921"/>
                    </a:ext>
                  </a:extLst>
                </a:gridCol>
                <a:gridCol w="212782">
                  <a:extLst>
                    <a:ext uri="{9D8B030D-6E8A-4147-A177-3AD203B41FA5}">
                      <a16:colId xmlns:a16="http://schemas.microsoft.com/office/drawing/2014/main" val="4151349877"/>
                    </a:ext>
                  </a:extLst>
                </a:gridCol>
                <a:gridCol w="94574">
                  <a:extLst>
                    <a:ext uri="{9D8B030D-6E8A-4147-A177-3AD203B41FA5}">
                      <a16:colId xmlns:a16="http://schemas.microsoft.com/office/drawing/2014/main" val="2456619840"/>
                    </a:ext>
                  </a:extLst>
                </a:gridCol>
                <a:gridCol w="964877">
                  <a:extLst>
                    <a:ext uri="{9D8B030D-6E8A-4147-A177-3AD203B41FA5}">
                      <a16:colId xmlns:a16="http://schemas.microsoft.com/office/drawing/2014/main" val="557565758"/>
                    </a:ext>
                  </a:extLst>
                </a:gridCol>
                <a:gridCol w="964877">
                  <a:extLst>
                    <a:ext uri="{9D8B030D-6E8A-4147-A177-3AD203B41FA5}">
                      <a16:colId xmlns:a16="http://schemas.microsoft.com/office/drawing/2014/main" val="143778717"/>
                    </a:ext>
                  </a:extLst>
                </a:gridCol>
                <a:gridCol w="964877">
                  <a:extLst>
                    <a:ext uri="{9D8B030D-6E8A-4147-A177-3AD203B41FA5}">
                      <a16:colId xmlns:a16="http://schemas.microsoft.com/office/drawing/2014/main" val="2941801047"/>
                    </a:ext>
                  </a:extLst>
                </a:gridCol>
              </a:tblGrid>
              <a:tr h="222567">
                <a:tc gridSpan="8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1. Planificación</a:t>
                      </a:r>
                      <a:endParaRPr lang="es-EC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85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sz="14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50497"/>
                  </a:ext>
                </a:extLst>
              </a:tr>
              <a:tr h="22256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 sz="1400" dirty="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 dirty="0"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424319"/>
                  </a:ext>
                </a:extLst>
              </a:tr>
              <a:tr h="429718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Planificación para el Desarrollo</a:t>
                      </a:r>
                      <a:endParaRPr lang="es-EC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85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4A852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Planificación Estratégica Institucional</a:t>
                      </a:r>
                      <a:endParaRPr lang="es-EC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85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 sz="1400" dirty="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 dirty="0"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898139"/>
                  </a:ext>
                </a:extLst>
              </a:tr>
              <a:tr h="1097541"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1.1 Plan de Desarrollo y Ordenamiento Territorial</a:t>
                      </a:r>
                      <a:b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1.2 Programación Macroeconómica Plurianual</a:t>
                      </a:r>
                      <a:b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1.3 Planes Sectoriales Territoriales</a:t>
                      </a: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1.4 Plan Estratégico Institucional</a:t>
                      </a:r>
                      <a:b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1.5 Planificación Plurianual de Inversión</a:t>
                      </a:r>
                      <a:endParaRPr lang="es-EC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 sz="14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118891"/>
                  </a:ext>
                </a:extLst>
              </a:tr>
              <a:tr h="2884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endParaRPr lang="es-EC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s-EC" sz="40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s-EC" sz="100" dirty="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265210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 Programación Presupuestaria y Planificación Anual</a:t>
                      </a: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C1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333828"/>
                  </a:ext>
                </a:extLst>
              </a:tr>
              <a:tr h="1146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endParaRPr lang="es-EC" dirty="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 sz="14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2460209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Planificación Anual</a:t>
                      </a: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C1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Programación Presupuestaria</a:t>
                      </a: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C1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C1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39855"/>
                  </a:ext>
                </a:extLst>
              </a:tr>
              <a:tr h="1542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2.1 Planificación Anual de Inversión</a:t>
                      </a:r>
                      <a:b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2.2 Planificación Operativa Anual</a:t>
                      </a:r>
                      <a:b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2.3 Ajuste del Presupuesto</a:t>
                      </a:r>
                      <a:b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2.4 Planificación Anual de Compras</a:t>
                      </a: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2.5 Estimación Anual de Ingresos y Techos Presupuestarios</a:t>
                      </a:r>
                      <a:b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2.6 Prefactibilidad, Factibilidad y Diseño de Proyectos</a:t>
                      </a:r>
                      <a:b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2.7 Priorización de Programas y Proyectos de Inversión</a:t>
                      </a:r>
                      <a:b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4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2.8 Definición de Estructura Programática</a:t>
                      </a:r>
                      <a:endParaRPr lang="es-EC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E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268242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endParaRPr lang="es-EC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 sz="14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7594081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Formulación</a:t>
                      </a: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C1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Aprobación</a:t>
                      </a: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C1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C1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507195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 Formulación Presupuestaria</a:t>
                      </a: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4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2.10 Aprobación Presupuestaria</a:t>
                      </a: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E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180858"/>
                  </a:ext>
                </a:extLst>
              </a:tr>
              <a:tr h="2225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2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endParaRPr lang="es-EC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 sz="14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2459731"/>
                  </a:ext>
                </a:extLst>
              </a:tr>
            </a:tbl>
          </a:graphicData>
        </a:graphic>
      </p:graphicFrame>
      <p:pic>
        <p:nvPicPr>
          <p:cNvPr id="14" name="Imagen 13"/>
          <p:cNvPicPr/>
          <p:nvPr/>
        </p:nvPicPr>
        <p:blipFill rotWithShape="1"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267" r="21312"/>
          <a:stretch/>
        </p:blipFill>
        <p:spPr>
          <a:xfrm>
            <a:off x="297656" y="1216025"/>
            <a:ext cx="863600" cy="933450"/>
          </a:xfrm>
          <a:prstGeom prst="rect">
            <a:avLst/>
          </a:prstGeom>
        </p:spPr>
      </p:pic>
      <p:sp>
        <p:nvSpPr>
          <p:cNvPr id="15" name="Flecha doblada 14"/>
          <p:cNvSpPr/>
          <p:nvPr/>
        </p:nvSpPr>
        <p:spPr>
          <a:xfrm rot="16200000" flipH="1">
            <a:off x="2266950" y="4654019"/>
            <a:ext cx="1433513" cy="947738"/>
          </a:xfrm>
          <a:prstGeom prst="bentArrow">
            <a:avLst>
              <a:gd name="adj1" fmla="val 14260"/>
              <a:gd name="adj2" fmla="val 15740"/>
              <a:gd name="adj3" fmla="val 25000"/>
              <a:gd name="adj4" fmla="val 40690"/>
            </a:avLst>
          </a:prstGeom>
          <a:solidFill>
            <a:srgbClr val="FF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C"/>
          </a:p>
        </p:txBody>
      </p:sp>
      <p:sp>
        <p:nvSpPr>
          <p:cNvPr id="16" name="Flecha doblada 15"/>
          <p:cNvSpPr/>
          <p:nvPr/>
        </p:nvSpPr>
        <p:spPr>
          <a:xfrm rot="5400000">
            <a:off x="8651609" y="1893096"/>
            <a:ext cx="628123" cy="1302808"/>
          </a:xfrm>
          <a:prstGeom prst="bentArrow">
            <a:avLst>
              <a:gd name="adj1" fmla="val 14260"/>
              <a:gd name="adj2" fmla="val 20525"/>
              <a:gd name="adj3" fmla="val 25000"/>
              <a:gd name="adj4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C"/>
          </a:p>
        </p:txBody>
      </p:sp>
      <p:pic>
        <p:nvPicPr>
          <p:cNvPr id="18" name="Imagen 17"/>
          <p:cNvPicPr/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960" y="4385731"/>
            <a:ext cx="812800" cy="8128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 txBox="1">
            <a:spLocks/>
          </p:cNvSpPr>
          <p:nvPr/>
        </p:nvSpPr>
        <p:spPr>
          <a:xfrm>
            <a:off x="0" y="146167"/>
            <a:ext cx="12192000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</a:rPr>
              <a:t>	MANUAL: </a:t>
            </a:r>
            <a:r>
              <a:rPr lang="es-EC" sz="2800" b="1" dirty="0" err="1">
                <a:solidFill>
                  <a:schemeClr val="bg1"/>
                </a:solidFill>
              </a:rPr>
              <a:t>Macroproceso</a:t>
            </a:r>
            <a:r>
              <a:rPr lang="es-EC" sz="2800" b="1" dirty="0">
                <a:solidFill>
                  <a:schemeClr val="bg1"/>
                </a:solidFill>
              </a:rPr>
              <a:t> de Gestión para Resultados de Desarrollo en el GADP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5" y="5844645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01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a 12"/>
          <p:cNvGraphicFramePr>
            <a:graphicFrameLocks noGrp="1"/>
          </p:cNvGraphicFramePr>
          <p:nvPr/>
        </p:nvGraphicFramePr>
        <p:xfrm>
          <a:off x="1274762" y="959644"/>
          <a:ext cx="9655175" cy="5648620"/>
        </p:xfrm>
        <a:graphic>
          <a:graphicData uri="http://schemas.openxmlformats.org/drawingml/2006/table">
            <a:tbl>
              <a:tblPr firstRow="1" firstCol="1" bandRow="1"/>
              <a:tblGrid>
                <a:gridCol w="1079593">
                  <a:extLst>
                    <a:ext uri="{9D8B030D-6E8A-4147-A177-3AD203B41FA5}">
                      <a16:colId xmlns:a16="http://schemas.microsoft.com/office/drawing/2014/main" val="1528091238"/>
                    </a:ext>
                  </a:extLst>
                </a:gridCol>
                <a:gridCol w="2047237">
                  <a:extLst>
                    <a:ext uri="{9D8B030D-6E8A-4147-A177-3AD203B41FA5}">
                      <a16:colId xmlns:a16="http://schemas.microsoft.com/office/drawing/2014/main" val="583427397"/>
                    </a:ext>
                  </a:extLst>
                </a:gridCol>
                <a:gridCol w="777561">
                  <a:extLst>
                    <a:ext uri="{9D8B030D-6E8A-4147-A177-3AD203B41FA5}">
                      <a16:colId xmlns:a16="http://schemas.microsoft.com/office/drawing/2014/main" val="2263698637"/>
                    </a:ext>
                  </a:extLst>
                </a:gridCol>
                <a:gridCol w="1361637">
                  <a:extLst>
                    <a:ext uri="{9D8B030D-6E8A-4147-A177-3AD203B41FA5}">
                      <a16:colId xmlns:a16="http://schemas.microsoft.com/office/drawing/2014/main" val="3720045090"/>
                    </a:ext>
                  </a:extLst>
                </a:gridCol>
                <a:gridCol w="2084777">
                  <a:extLst>
                    <a:ext uri="{9D8B030D-6E8A-4147-A177-3AD203B41FA5}">
                      <a16:colId xmlns:a16="http://schemas.microsoft.com/office/drawing/2014/main" val="2735379890"/>
                    </a:ext>
                  </a:extLst>
                </a:gridCol>
                <a:gridCol w="105818">
                  <a:extLst>
                    <a:ext uri="{9D8B030D-6E8A-4147-A177-3AD203B41FA5}">
                      <a16:colId xmlns:a16="http://schemas.microsoft.com/office/drawing/2014/main" val="2456619840"/>
                    </a:ext>
                  </a:extLst>
                </a:gridCol>
                <a:gridCol w="1079593">
                  <a:extLst>
                    <a:ext uri="{9D8B030D-6E8A-4147-A177-3AD203B41FA5}">
                      <a16:colId xmlns:a16="http://schemas.microsoft.com/office/drawing/2014/main" val="557565758"/>
                    </a:ext>
                  </a:extLst>
                </a:gridCol>
                <a:gridCol w="39366">
                  <a:extLst>
                    <a:ext uri="{9D8B030D-6E8A-4147-A177-3AD203B41FA5}">
                      <a16:colId xmlns:a16="http://schemas.microsoft.com/office/drawing/2014/main" val="143778717"/>
                    </a:ext>
                  </a:extLst>
                </a:gridCol>
                <a:gridCol w="1079593">
                  <a:extLst>
                    <a:ext uri="{9D8B030D-6E8A-4147-A177-3AD203B41FA5}">
                      <a16:colId xmlns:a16="http://schemas.microsoft.com/office/drawing/2014/main" val="2941801047"/>
                    </a:ext>
                  </a:extLst>
                </a:gridCol>
              </a:tblGrid>
              <a:tr h="234659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 b="1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Calibri Light" panose="020F0302020204030204" pitchFamily="34" charset="0"/>
                          <a:cs typeface="Calibri" panose="020F0502020204030204" pitchFamily="34" charset="0"/>
                        </a:rPr>
                        <a:t>3.     Ejecución y Seguimiento</a:t>
                      </a:r>
                      <a:endParaRPr lang="es-EC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sz="16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235542"/>
                  </a:ext>
                </a:extLst>
              </a:tr>
              <a:tr h="3289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C" sz="2400" dirty="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endParaRPr lang="es-EC" sz="1600" dirty="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0455319"/>
                  </a:ext>
                </a:extLst>
              </a:tr>
              <a:tr h="271756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Programación Física</a:t>
                      </a:r>
                      <a:endParaRPr lang="es-EC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Ejecución</a:t>
                      </a:r>
                      <a:endParaRPr lang="es-EC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 sz="16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050262"/>
                  </a:ext>
                </a:extLst>
              </a:tr>
              <a:tr h="1157075"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3.1 Programación de Flujo de Caja Mensualizado</a:t>
                      </a:r>
                      <a:b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3.2 Programación Física y Financiera</a:t>
                      </a:r>
                      <a:endParaRPr lang="es-EC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3.3 Ejecución de la Programación Física y Financiera</a:t>
                      </a:r>
                      <a:b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3.4 Contratación Pública</a:t>
                      </a:r>
                      <a:b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3.5 Reformas Presupuestarias y Reprogramación de Actividades</a:t>
                      </a:r>
                      <a:endParaRPr lang="es-EC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 sz="1600" dirty="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190078"/>
                  </a:ext>
                </a:extLst>
              </a:tr>
              <a:tr h="3289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C" sz="24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endParaRPr lang="es-EC" sz="16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9318256"/>
                  </a:ext>
                </a:extLst>
              </a:tr>
              <a:tr h="453042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Gestión de Proyectos</a:t>
                      </a:r>
                      <a:endParaRPr lang="es-EC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Sistema de Seguimiento y Evaluación Intermedia</a:t>
                      </a:r>
                      <a:endParaRPr lang="es-EC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4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 sz="16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79946"/>
                  </a:ext>
                </a:extLst>
              </a:tr>
              <a:tr h="922416"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3.6. Inicio</a:t>
                      </a:r>
                      <a:b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3.7. Planificación </a:t>
                      </a:r>
                      <a:b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3.8. Ejecución y Seguimiento </a:t>
                      </a:r>
                      <a:b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3.9 Cierre</a:t>
                      </a:r>
                      <a:endParaRPr lang="es-EC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3.10. Seguimiento a Resultados</a:t>
                      </a:r>
                      <a:b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3.11. Seguimiento a la Gestión Operativa</a:t>
                      </a:r>
                      <a:b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6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3.12. Evaluación Intermedia</a:t>
                      </a:r>
                      <a:endParaRPr lang="es-EC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EC" sz="16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08962"/>
                  </a:ext>
                </a:extLst>
              </a:tr>
              <a:tr h="3289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C" sz="24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endParaRPr lang="es-EC" sz="16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2261918"/>
                  </a:ext>
                </a:extLst>
              </a:tr>
              <a:tr h="3289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C" sz="24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4. Cierre de Programas y/o Proyectos y Evaluación</a:t>
                      </a:r>
                      <a:endParaRPr lang="es-EC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6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170124"/>
                  </a:ext>
                </a:extLst>
              </a:tr>
              <a:tr h="6877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EC" sz="16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C" sz="2400"/>
                    </a:p>
                  </a:txBody>
                  <a:tcPr marL="9020" marR="902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4.1. Evaluación Ex Post</a:t>
                      </a:r>
                      <a:b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s-EC" sz="16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4.2. Clausura, Liquidación del Presupuesto y Rendición de Cuentas</a:t>
                      </a:r>
                      <a:endParaRPr lang="es-EC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20" marR="902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826439"/>
                  </a:ext>
                </a:extLst>
              </a:tr>
            </a:tbl>
          </a:graphicData>
        </a:graphic>
      </p:graphicFrame>
      <p:sp>
        <p:nvSpPr>
          <p:cNvPr id="17" name="Flecha doblada 16"/>
          <p:cNvSpPr/>
          <p:nvPr/>
        </p:nvSpPr>
        <p:spPr>
          <a:xfrm rot="5400000">
            <a:off x="8204595" y="3051572"/>
            <a:ext cx="2459832" cy="1258357"/>
          </a:xfrm>
          <a:prstGeom prst="bentArrow">
            <a:avLst>
              <a:gd name="adj1" fmla="val 11884"/>
              <a:gd name="adj2" fmla="val 20525"/>
              <a:gd name="adj3" fmla="val 24406"/>
              <a:gd name="adj4" fmla="val 5028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C"/>
          </a:p>
        </p:txBody>
      </p:sp>
      <p:pic>
        <p:nvPicPr>
          <p:cNvPr id="19" name="Imagen 18"/>
          <p:cNvPicPr/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06" y="2066925"/>
            <a:ext cx="800100" cy="1362075"/>
          </a:xfrm>
          <a:prstGeom prst="rect">
            <a:avLst/>
          </a:prstGeom>
        </p:spPr>
      </p:pic>
      <p:pic>
        <p:nvPicPr>
          <p:cNvPr id="20" name="Imagen 19"/>
          <p:cNvPicPr/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729" y="5264413"/>
            <a:ext cx="812800" cy="81121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 txBox="1">
            <a:spLocks/>
          </p:cNvSpPr>
          <p:nvPr/>
        </p:nvSpPr>
        <p:spPr>
          <a:xfrm>
            <a:off x="0" y="146167"/>
            <a:ext cx="12192000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</a:rPr>
              <a:t>	MANUAL: </a:t>
            </a:r>
            <a:r>
              <a:rPr lang="es-EC" sz="2800" b="1" dirty="0" err="1">
                <a:solidFill>
                  <a:schemeClr val="bg1"/>
                </a:solidFill>
              </a:rPr>
              <a:t>Macroproceso</a:t>
            </a:r>
            <a:r>
              <a:rPr lang="es-EC" sz="2800" b="1" dirty="0">
                <a:solidFill>
                  <a:schemeClr val="bg1"/>
                </a:solidFill>
              </a:rPr>
              <a:t> de Gestión para Resultados de Desarrollo en el GADP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5" y="5844645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37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255358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</a:t>
            </a:r>
            <a:r>
              <a:rPr lang="es-EC" sz="2800" b="1" dirty="0">
                <a:solidFill>
                  <a:schemeClr val="bg1"/>
                </a:solidFill>
              </a:rPr>
              <a:t>MANUAL: CONTENIDO</a:t>
            </a:r>
            <a:endParaRPr lang="en-US" sz="2800" b="1" kern="1200" dirty="0">
              <a:solidFill>
                <a:schemeClr val="bg1"/>
              </a:solidFill>
            </a:endParaRPr>
          </a:p>
        </p:txBody>
      </p:sp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C" altLang="es-EC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s-EC" altLang="es-EC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s-EC" alt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 rotWithShape="1">
          <a:blip r:embed="rId3"/>
          <a:srcRect l="2357"/>
          <a:stretch/>
        </p:blipFill>
        <p:spPr>
          <a:xfrm>
            <a:off x="1590806" y="1512257"/>
            <a:ext cx="7690980" cy="48688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27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6019800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sz="2800" b="1" dirty="0" err="1">
                <a:solidFill>
                  <a:schemeClr val="bg1"/>
                </a:solidFill>
              </a:rPr>
              <a:t>ARTICULACIÓN</a:t>
            </a:r>
            <a:r>
              <a:rPr lang="en-US" sz="2800" b="1" dirty="0">
                <a:solidFill>
                  <a:schemeClr val="bg1"/>
                </a:solidFill>
              </a:rPr>
              <a:t> DE PLANES</a:t>
            </a:r>
            <a:endParaRPr lang="en-US" sz="2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" name="Group 611"/>
          <p:cNvGrpSpPr/>
          <p:nvPr/>
        </p:nvGrpSpPr>
        <p:grpSpPr>
          <a:xfrm>
            <a:off x="6151846" y="199697"/>
            <a:ext cx="5963282" cy="6568966"/>
            <a:chOff x="0" y="0"/>
            <a:chExt cx="5963282" cy="6922134"/>
          </a:xfrm>
        </p:grpSpPr>
        <p:sp>
          <p:nvSpPr>
            <p:cNvPr id="5" name="Arrow: Down 160"/>
            <p:cNvSpPr/>
            <p:nvPr/>
          </p:nvSpPr>
          <p:spPr>
            <a:xfrm rot="16200000">
              <a:off x="4090916" y="4077268"/>
              <a:ext cx="158577" cy="329563"/>
            </a:xfrm>
            <a:prstGeom prst="downArrow">
              <a:avLst/>
            </a:prstGeom>
            <a:ln w="12700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C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35893"/>
            <p:cNvGrpSpPr/>
            <p:nvPr/>
          </p:nvGrpSpPr>
          <p:grpSpPr>
            <a:xfrm>
              <a:off x="0" y="0"/>
              <a:ext cx="5963282" cy="6922134"/>
              <a:chOff x="0" y="0"/>
              <a:chExt cx="5963282" cy="6922134"/>
            </a:xfrm>
          </p:grpSpPr>
          <p:grpSp>
            <p:nvGrpSpPr>
              <p:cNvPr id="7" name="Group 167"/>
              <p:cNvGrpSpPr/>
              <p:nvPr/>
            </p:nvGrpSpPr>
            <p:grpSpPr>
              <a:xfrm>
                <a:off x="0" y="0"/>
                <a:ext cx="5963282" cy="6922134"/>
                <a:chOff x="0" y="0"/>
                <a:chExt cx="5963282" cy="6922134"/>
              </a:xfrm>
            </p:grpSpPr>
            <p:grpSp>
              <p:nvGrpSpPr>
                <p:cNvPr id="10" name="Group 163"/>
                <p:cNvGrpSpPr/>
                <p:nvPr/>
              </p:nvGrpSpPr>
              <p:grpSpPr>
                <a:xfrm>
                  <a:off x="0" y="0"/>
                  <a:ext cx="5963282" cy="6922134"/>
                  <a:chOff x="0" y="-1"/>
                  <a:chExt cx="5963514" cy="6922760"/>
                </a:xfrm>
              </p:grpSpPr>
              <p:grpSp>
                <p:nvGrpSpPr>
                  <p:cNvPr id="13" name="Group 33"/>
                  <p:cNvGrpSpPr/>
                  <p:nvPr/>
                </p:nvGrpSpPr>
                <p:grpSpPr>
                  <a:xfrm>
                    <a:off x="106277" y="-1"/>
                    <a:ext cx="5857237" cy="6463675"/>
                    <a:chOff x="170631" y="-1"/>
                    <a:chExt cx="5858038" cy="6463873"/>
                  </a:xfrm>
                </p:grpSpPr>
                <p:sp>
                  <p:nvSpPr>
                    <p:cNvPr id="20" name="Arrow: Down 35"/>
                    <p:cNvSpPr/>
                    <p:nvPr/>
                  </p:nvSpPr>
                  <p:spPr>
                    <a:xfrm>
                      <a:off x="2459420" y="5549462"/>
                      <a:ext cx="190500" cy="361950"/>
                    </a:xfrm>
                    <a:prstGeom prst="downArrow">
                      <a:avLst/>
                    </a:prstGeom>
                    <a:ln w="12700"/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C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grpSp>
                  <p:nvGrpSpPr>
                    <p:cNvPr id="21" name="Group 37"/>
                    <p:cNvGrpSpPr/>
                    <p:nvPr/>
                  </p:nvGrpSpPr>
                  <p:grpSpPr>
                    <a:xfrm>
                      <a:off x="170631" y="-1"/>
                      <a:ext cx="5858038" cy="6463873"/>
                      <a:chOff x="204952" y="0"/>
                      <a:chExt cx="7036348" cy="7098862"/>
                    </a:xfrm>
                  </p:grpSpPr>
                  <p:sp>
                    <p:nvSpPr>
                      <p:cNvPr id="22" name="Rectangle 38"/>
                      <p:cNvSpPr/>
                      <p:nvPr/>
                    </p:nvSpPr>
                    <p:spPr>
                      <a:xfrm>
                        <a:off x="1306566" y="5056686"/>
                        <a:ext cx="1562123" cy="329292"/>
                      </a:xfrm>
                      <a:prstGeom prst="rect">
                        <a:avLst/>
                      </a:prstGeom>
                      <a:ln w="12700">
                        <a:solidFill>
                          <a:schemeClr val="accent5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1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C" sz="9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Times New Roman" panose="02020603050405020304" pitchFamily="18" charset="0"/>
                            <a:cs typeface="+mn-cs"/>
                          </a:rPr>
                          <a:t>Plan Plurianual</a:t>
                        </a:r>
                        <a:endParaRPr kumimoji="0" lang="es-EC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Times New Roman" panose="02020603050405020304" pitchFamily="18" charset="0"/>
                          <a:cs typeface="+mn-cs"/>
                        </a:endParaRPr>
                      </a:p>
                    </p:txBody>
                  </p:sp>
                  <p:grpSp>
                    <p:nvGrpSpPr>
                      <p:cNvPr id="23" name="Group 39"/>
                      <p:cNvGrpSpPr/>
                      <p:nvPr/>
                    </p:nvGrpSpPr>
                    <p:grpSpPr>
                      <a:xfrm>
                        <a:off x="204952" y="0"/>
                        <a:ext cx="7036348" cy="7098862"/>
                        <a:chOff x="0" y="0"/>
                        <a:chExt cx="7036348" cy="7098862"/>
                      </a:xfrm>
                    </p:grpSpPr>
                    <p:sp>
                      <p:nvSpPr>
                        <p:cNvPr id="24" name="Rectangle 42"/>
                        <p:cNvSpPr/>
                        <p:nvPr/>
                      </p:nvSpPr>
                      <p:spPr>
                        <a:xfrm>
                          <a:off x="798370" y="2543942"/>
                          <a:ext cx="1847850" cy="356683"/>
                        </a:xfrm>
                        <a:prstGeom prst="rect">
                          <a:avLst/>
                        </a:prstGeom>
                        <a:ln w="12700"/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C" sz="7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Times New Roman" panose="02020603050405020304" pitchFamily="18" charset="0"/>
                              <a:cs typeface="+mn-cs"/>
                            </a:rPr>
                            <a:t>AGENDAS DE COORDINACIÓN INTERSECTORIAL</a:t>
                          </a:r>
                          <a:endParaRPr kumimoji="0" lang="es-EC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Times New Roman" panose="02020603050405020304" pitchFamily="18" charset="0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5" name="Rectangle 43"/>
                        <p:cNvSpPr/>
                        <p:nvPr/>
                      </p:nvSpPr>
                      <p:spPr>
                        <a:xfrm>
                          <a:off x="3255889" y="2543942"/>
                          <a:ext cx="1847850" cy="356683"/>
                        </a:xfrm>
                        <a:prstGeom prst="rect">
                          <a:avLst/>
                        </a:prstGeom>
                        <a:ln w="12700"/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C" sz="7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Times New Roman" panose="02020603050405020304" pitchFamily="18" charset="0"/>
                              <a:cs typeface="+mn-cs"/>
                            </a:rPr>
                            <a:t>AGENDAS ZONALES</a:t>
                          </a:r>
                          <a:endParaRPr kumimoji="0" lang="es-EC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Times New Roman" panose="02020603050405020304" pitchFamily="18" charset="0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6" name="Left Bracket 48"/>
                        <p:cNvSpPr/>
                        <p:nvPr/>
                      </p:nvSpPr>
                      <p:spPr>
                        <a:xfrm rot="16200000">
                          <a:off x="2822028" y="-1376919"/>
                          <a:ext cx="381000" cy="4626610"/>
                        </a:xfrm>
                        <a:prstGeom prst="leftBracket">
                          <a:avLst/>
                        </a:prstGeom>
                        <a:ln w="12700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C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grpSp>
                      <p:nvGrpSpPr>
                        <p:cNvPr id="27" name="Group 49"/>
                        <p:cNvGrpSpPr/>
                        <p:nvPr/>
                      </p:nvGrpSpPr>
                      <p:grpSpPr>
                        <a:xfrm>
                          <a:off x="0" y="0"/>
                          <a:ext cx="7036348" cy="7098862"/>
                          <a:chOff x="0" y="0"/>
                          <a:chExt cx="7036348" cy="7098862"/>
                        </a:xfrm>
                      </p:grpSpPr>
                      <p:sp>
                        <p:nvSpPr>
                          <p:cNvPr id="28" name="Rectangle 50"/>
                          <p:cNvSpPr/>
                          <p:nvPr/>
                        </p:nvSpPr>
                        <p:spPr>
                          <a:xfrm>
                            <a:off x="1907628" y="5565229"/>
                            <a:ext cx="1847850" cy="457200"/>
                          </a:xfrm>
                          <a:prstGeom prst="rect">
                            <a:avLst/>
                          </a:prstGeom>
                          <a:ln w="12700">
                            <a:solidFill>
                              <a:schemeClr val="accent5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1">
                            <a:schemeClr val="l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120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s-EC" sz="9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rPr>
                              <a:t>Planificación Institucional</a:t>
                            </a:r>
                            <a:endParaRPr kumimoji="0" lang="es-EC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Times New Roman" panose="02020603050405020304" pitchFamily="18" charset="0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9" name="Rectangle 51"/>
                          <p:cNvSpPr/>
                          <p:nvPr/>
                        </p:nvSpPr>
                        <p:spPr>
                          <a:xfrm>
                            <a:off x="1923393" y="6511159"/>
                            <a:ext cx="1847850" cy="457200"/>
                          </a:xfrm>
                          <a:prstGeom prst="rect">
                            <a:avLst/>
                          </a:prstGeom>
                          <a:ln w="12700">
                            <a:solidFill>
                              <a:schemeClr val="accent5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1">
                            <a:schemeClr val="l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s-EC" sz="9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rPr>
                              <a:t>Plan Anual</a:t>
                            </a:r>
                            <a:endParaRPr kumimoji="0" lang="es-EC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Times New Roman" panose="02020603050405020304" pitchFamily="18" charset="0"/>
                              <a:cs typeface="+mn-cs"/>
                            </a:endParaRPr>
                          </a:p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s-EC" sz="9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rPr>
                              <a:t>Plan de Compras</a:t>
                            </a:r>
                            <a:endParaRPr kumimoji="0" lang="es-EC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Times New Roman" panose="02020603050405020304" pitchFamily="18" charset="0"/>
                              <a:cs typeface="+mn-cs"/>
                            </a:endParaRPr>
                          </a:p>
                        </p:txBody>
                      </p:sp>
                      <p:grpSp>
                        <p:nvGrpSpPr>
                          <p:cNvPr id="30" name="Group 53"/>
                          <p:cNvGrpSpPr/>
                          <p:nvPr/>
                        </p:nvGrpSpPr>
                        <p:grpSpPr>
                          <a:xfrm>
                            <a:off x="0" y="0"/>
                            <a:ext cx="7036348" cy="5242909"/>
                            <a:chOff x="0" y="0"/>
                            <a:chExt cx="7036348" cy="5242909"/>
                          </a:xfrm>
                        </p:grpSpPr>
                        <p:sp>
                          <p:nvSpPr>
                            <p:cNvPr id="34" name="Left Bracket 54"/>
                            <p:cNvSpPr/>
                            <p:nvPr/>
                          </p:nvSpPr>
                          <p:spPr>
                            <a:xfrm rot="16200000">
                              <a:off x="2758966" y="1166648"/>
                              <a:ext cx="381000" cy="4626610"/>
                            </a:xfrm>
                            <a:prstGeom prst="leftBracket">
                              <a:avLst/>
                            </a:prstGeom>
                            <a:ln w="12700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marL="0" marR="0" lvl="0" indent="0" algn="l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s-EC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35" name="Rectangle 55"/>
                            <p:cNvSpPr/>
                            <p:nvPr/>
                          </p:nvSpPr>
                          <p:spPr>
                            <a:xfrm>
                              <a:off x="1559144" y="4477406"/>
                              <a:ext cx="2614120" cy="514350"/>
                            </a:xfrm>
                            <a:prstGeom prst="rect">
                              <a:avLst/>
                            </a:prstGeom>
                            <a:ln w="1270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120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s-EC" sz="9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rPr>
                                <a:t>PLAN NACIONAL DE DESARROLLO Y ORDENAMIENTO TERRITORIAL</a:t>
                              </a:r>
                              <a:endParaRPr kumimoji="0" lang="es-EC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36" name="Rectangle 56"/>
                            <p:cNvSpPr/>
                            <p:nvPr/>
                          </p:nvSpPr>
                          <p:spPr>
                            <a:xfrm rot="16200000">
                              <a:off x="5195727" y="4271320"/>
                              <a:ext cx="1328737" cy="614442"/>
                            </a:xfrm>
                            <a:prstGeom prst="rect">
                              <a:avLst/>
                            </a:prstGeom>
                            <a:ln w="1270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120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s-EC" sz="9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rPr>
                                <a:t>Planes de Desarrollo y OT de otros niveles de Gobierno</a:t>
                              </a:r>
                              <a:endParaRPr kumimoji="0" lang="es-EC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37" name="Text Box 2"/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5325834" y="504519"/>
                              <a:ext cx="1628775" cy="725191"/>
                            </a:xfrm>
                            <a:prstGeom prst="rect">
                              <a:avLst/>
                            </a:prstGeom>
                            <a:solidFill>
                              <a:srgbClr val="FFFFFF"/>
                            </a:solidFill>
                            <a:ln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rot="0" vert="horz" wrap="square" lIns="91440" tIns="45720" rIns="91440" bIns="45720" anchor="t" anchorCtr="0">
                              <a:noAutofit/>
                            </a:bodyPr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120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s-EC" sz="9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rPr>
                                <a:t>Bloque normativo legal (Leyes y Reglamentos)</a:t>
                              </a:r>
                              <a:endParaRPr kumimoji="0" lang="es-EC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38" name="Text Box 2"/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198180" y="3878317"/>
                              <a:ext cx="3583305" cy="469265"/>
                            </a:xfrm>
                            <a:prstGeom prst="rect">
                              <a:avLst/>
                            </a:prstGeom>
                            <a:solidFill>
                              <a:srgbClr val="FFFFFF"/>
                            </a:solidFill>
                            <a:ln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rot="0" vert="horz" wrap="square" lIns="91440" tIns="45720" rIns="91440" bIns="45720" anchor="t" anchorCtr="0">
                              <a:noAutofit/>
                            </a:bodyPr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120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GB" sz="9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rPr>
                                <a:t>GOBIERNOS AUTONÓMOS DESCENTRALIZADOS</a:t>
                              </a:r>
                              <a:endParaRPr kumimoji="0" lang="es-EC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39" name="Text Box 2"/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493173" y="1718441"/>
                              <a:ext cx="2543175" cy="825500"/>
                            </a:xfrm>
                            <a:prstGeom prst="rect">
                              <a:avLst/>
                            </a:prstGeom>
                            <a:noFill/>
                            <a:ln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rot="0" vert="horz" wrap="square" lIns="91440" tIns="45720" rIns="91440" bIns="45720" anchor="t" anchorCtr="0">
                              <a:noAutofit/>
                            </a:bodyPr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120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s-EC" sz="9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rPr>
                                <a:t>Agenda de Transformación Productiva, Erradicación de la Pobreza, Sostenibilidad Ambiental</a:t>
                              </a:r>
                              <a:endParaRPr kumimoji="0" lang="es-EC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endParaRPr>
                            </a:p>
                          </p:txBody>
                        </p:sp>
                        <p:grpSp>
                          <p:nvGrpSpPr>
                            <p:cNvPr id="40" name="Group 60"/>
                            <p:cNvGrpSpPr/>
                            <p:nvPr/>
                          </p:nvGrpSpPr>
                          <p:grpSpPr>
                            <a:xfrm>
                              <a:off x="0" y="0"/>
                              <a:ext cx="5197366" cy="3233574"/>
                              <a:chOff x="0" y="0"/>
                              <a:chExt cx="5197366" cy="3233574"/>
                            </a:xfrm>
                          </p:grpSpPr>
                          <p:sp>
                            <p:nvSpPr>
                              <p:cNvPr id="42" name="Rectangle 61"/>
                              <p:cNvSpPr/>
                              <p:nvPr/>
                            </p:nvSpPr>
                            <p:spPr>
                              <a:xfrm>
                                <a:off x="692041" y="0"/>
                                <a:ext cx="4505325" cy="457200"/>
                              </a:xfrm>
                              <a:prstGeom prst="rect">
                                <a:avLst/>
                              </a:prstGeom>
                              <a:ln w="1270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120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r>
                                  <a:rPr kumimoji="0" lang="es-EC" sz="9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/>
                                    <a:ea typeface="Times New Roman" panose="02020603050405020304" pitchFamily="18" charset="0"/>
                                    <a:cs typeface="+mn-cs"/>
                                  </a:rPr>
                                  <a:t>COMPROMISOS INTERNACIONALES</a:t>
                                </a:r>
                                <a:endParaRPr kumimoji="0" lang="es-EC" sz="12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endParaRPr>
                              </a:p>
                            </p:txBody>
                          </p:sp>
                          <p:sp>
                            <p:nvSpPr>
                              <p:cNvPr id="43" name="Rectangle 62"/>
                              <p:cNvSpPr/>
                              <p:nvPr/>
                            </p:nvSpPr>
                            <p:spPr>
                              <a:xfrm>
                                <a:off x="1291131" y="551793"/>
                                <a:ext cx="3352800" cy="457200"/>
                              </a:xfrm>
                              <a:prstGeom prst="rect">
                                <a:avLst/>
                              </a:prstGeom>
                              <a:ln w="12700"/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120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s-EC" sz="9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endParaRPr>
                              </a:p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120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r>
                                  <a:rPr kumimoji="0" lang="es-EC" sz="9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/>
                                    <a:ea typeface="Times New Roman" panose="02020603050405020304" pitchFamily="18" charset="0"/>
                                    <a:cs typeface="+mn-cs"/>
                                  </a:rPr>
                                  <a:t>CONSTITUCIÓN DE LA REPÚBLICA DEL ECUADOR </a:t>
                                </a:r>
                                <a:endParaRPr kumimoji="0" lang="es-EC" sz="12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endParaRPr>
                              </a:p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120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r>
                                  <a:rPr kumimoji="0" lang="es-EC" sz="9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/>
                                    <a:ea typeface="Times New Roman" panose="02020603050405020304" pitchFamily="18" charset="0"/>
                                    <a:cs typeface="+mn-cs"/>
                                  </a:rPr>
                                  <a:t> </a:t>
                                </a:r>
                                <a:endParaRPr kumimoji="0" lang="es-EC" sz="12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endParaRPr>
                              </a:p>
                            </p:txBody>
                          </p:sp>
                          <p:sp>
                            <p:nvSpPr>
                              <p:cNvPr id="44" name="Rectangle 59433"/>
                              <p:cNvSpPr/>
                              <p:nvPr/>
                            </p:nvSpPr>
                            <p:spPr>
                              <a:xfrm>
                                <a:off x="1591870" y="1765727"/>
                                <a:ext cx="2614186" cy="602741"/>
                              </a:xfrm>
                              <a:prstGeom prst="rect">
                                <a:avLst/>
                              </a:prstGeom>
                              <a:ln w="12700"/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r>
                                  <a:rPr kumimoji="0" lang="es-EC" sz="900" b="1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/>
                                    <a:ea typeface="Times New Roman" panose="02020603050405020304" pitchFamily="18" charset="0"/>
                                    <a:cs typeface="+mn-cs"/>
                                  </a:rPr>
                                  <a:t>PLAN NACIONAL DE DESARROLLO </a:t>
                                </a:r>
                                <a:endParaRPr kumimoji="0" lang="es-EC" sz="1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endParaRPr>
                              </a:p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r>
                                  <a:rPr kumimoji="0" lang="es-EC" sz="7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/>
                                    <a:ea typeface="Times New Roman" panose="02020603050405020304" pitchFamily="18" charset="0"/>
                                    <a:cs typeface="+mn-cs"/>
                                  </a:rPr>
                                  <a:t>(Agenda Territorial, Marco Fiscal de Mediano Plazo)</a:t>
                                </a:r>
                                <a:endParaRPr kumimoji="0" lang="es-EC" sz="1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endParaRPr>
                              </a:p>
                            </p:txBody>
                          </p:sp>
                          <p:sp>
                            <p:nvSpPr>
                              <p:cNvPr id="45" name="Rectangle 59434"/>
                              <p:cNvSpPr/>
                              <p:nvPr/>
                            </p:nvSpPr>
                            <p:spPr>
                              <a:xfrm rot="16200000">
                                <a:off x="-695325" y="2081049"/>
                                <a:ext cx="1847850" cy="457200"/>
                              </a:xfrm>
                              <a:prstGeom prst="rect">
                                <a:avLst/>
                              </a:prstGeom>
                              <a:ln w="12700"/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120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r>
                                  <a:rPr kumimoji="0" lang="es-EC" sz="9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/>
                                    <a:ea typeface="Times New Roman" panose="02020603050405020304" pitchFamily="18" charset="0"/>
                                    <a:cs typeface="+mn-cs"/>
                                  </a:rPr>
                                  <a:t>Agendas para la Igualdad</a:t>
                                </a:r>
                                <a:endParaRPr kumimoji="0" lang="es-EC" sz="1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endParaRPr>
                              </a:p>
                            </p:txBody>
                          </p:sp>
                          <p:sp>
                            <p:nvSpPr>
                              <p:cNvPr id="46" name="Text Box 2"/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101614" y="1156867"/>
                                <a:ext cx="3583305" cy="285750"/>
                              </a:xfrm>
                              <a:prstGeom prst="rect">
                                <a:avLst/>
                              </a:prstGeom>
                              <a:solidFill>
                                <a:srgbClr val="FFFFFF"/>
                              </a:solidFill>
                              <a:ln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t" anchorCtr="0">
                                <a:noAutofit/>
                              </a:bodyPr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120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r>
                                  <a:rPr kumimoji="0" lang="es-EC" sz="800" b="1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libri" panose="020F0502020204030204"/>
                                    <a:ea typeface="Times New Roman" panose="02020603050405020304" pitchFamily="18" charset="0"/>
                                    <a:cs typeface="+mn-cs"/>
                                  </a:rPr>
                                  <a:t>GOBIERNO CENTRAL</a:t>
                                </a:r>
                                <a:endParaRPr kumimoji="0" lang="es-EC" sz="1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Times New Roman" panose="02020603050405020304" pitchFamily="18" charset="0"/>
                                  <a:cs typeface="+mn-cs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1" name="Arrow: Down 59436"/>
                            <p:cNvSpPr/>
                            <p:nvPr/>
                          </p:nvSpPr>
                          <p:spPr>
                            <a:xfrm>
                              <a:off x="2829822" y="2677289"/>
                              <a:ext cx="190500" cy="361949"/>
                            </a:xfrm>
                            <a:prstGeom prst="downArrow">
                              <a:avLst/>
                            </a:prstGeom>
                            <a:ln w="12700"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marL="0" marR="0" lvl="0" indent="0" algn="l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s-EC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1" name="Arrow: Down 59437"/>
                          <p:cNvSpPr/>
                          <p:nvPr/>
                        </p:nvSpPr>
                        <p:spPr>
                          <a:xfrm>
                            <a:off x="2829822" y="4115377"/>
                            <a:ext cx="190500" cy="361949"/>
                          </a:xfrm>
                          <a:prstGeom prst="downArrow">
                            <a:avLst/>
                          </a:prstGeom>
                          <a:ln w="12700"/>
                        </p:spPr>
                        <p:style>
                          <a:lnRef idx="2">
                            <a:schemeClr val="accent5">
                              <a:shade val="50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s-EC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2" name="Arrow: Down 59438"/>
                          <p:cNvSpPr/>
                          <p:nvPr/>
                        </p:nvSpPr>
                        <p:spPr>
                          <a:xfrm rot="16200000">
                            <a:off x="3980794" y="6519041"/>
                            <a:ext cx="190500" cy="361950"/>
                          </a:xfrm>
                          <a:prstGeom prst="downArrow">
                            <a:avLst/>
                          </a:prstGeom>
                          <a:ln w="12700"/>
                        </p:spPr>
                        <p:style>
                          <a:lnRef idx="2">
                            <a:schemeClr val="accent5">
                              <a:shade val="50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s-EC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3" name="Text Box 2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461642" y="6463862"/>
                            <a:ext cx="1163955" cy="635000"/>
                          </a:xfrm>
                          <a:prstGeom prst="rect">
                            <a:avLst/>
                          </a:prstGeom>
                          <a:noFill/>
                          <a:ln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s-EC" sz="9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rPr>
                              <a:t>-Programas</a:t>
                            </a:r>
                            <a:endParaRPr kumimoji="0" lang="es-EC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Times New Roman" panose="02020603050405020304" pitchFamily="18" charset="0"/>
                              <a:cs typeface="+mn-cs"/>
                            </a:endParaRPr>
                          </a:p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s-EC" sz="9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rPr>
                              <a:t>-Proyectos</a:t>
                            </a:r>
                            <a:endParaRPr kumimoji="0" lang="es-EC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Times New Roman" panose="02020603050405020304" pitchFamily="18" charset="0"/>
                              <a:cs typeface="+mn-cs"/>
                            </a:endParaRPr>
                          </a:p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s-EC" sz="9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Times New Roman" panose="02020603050405020304" pitchFamily="18" charset="0"/>
                                <a:cs typeface="+mn-cs"/>
                              </a:rPr>
                              <a:t>-Procesos</a:t>
                            </a:r>
                            <a:endParaRPr kumimoji="0" lang="es-EC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Times New Roman" panose="02020603050405020304" pitchFamily="18" charset="0"/>
                              <a:cs typeface="+mn-cs"/>
                            </a:endParaRPr>
                          </a:p>
                        </p:txBody>
                      </p:sp>
                    </p:grpSp>
                  </p:grpSp>
                </p:grpSp>
              </p:grpSp>
              <p:sp>
                <p:nvSpPr>
                  <p:cNvPr id="14" name="Left Brace 59440"/>
                  <p:cNvSpPr/>
                  <p:nvPr/>
                </p:nvSpPr>
                <p:spPr>
                  <a:xfrm>
                    <a:off x="458702" y="4076700"/>
                    <a:ext cx="180340" cy="875030"/>
                  </a:xfrm>
                  <a:prstGeom prst="leftBrac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C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" name="Rectangle 59441"/>
                  <p:cNvSpPr/>
                  <p:nvPr/>
                </p:nvSpPr>
                <p:spPr>
                  <a:xfrm rot="16200000">
                    <a:off x="-650961" y="4205288"/>
                    <a:ext cx="1682507" cy="380585"/>
                  </a:xfrm>
                  <a:prstGeom prst="rect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s-EC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Times New Roman" panose="02020603050405020304" pitchFamily="18" charset="0"/>
                        <a:cs typeface="+mn-cs"/>
                      </a:rPr>
                      <a:t>Planificación Estratégica</a:t>
                    </a:r>
                    <a:endParaRPr kumimoji="0" lang="es-EC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Times New Roman" panose="02020603050405020304" pitchFamily="18" charset="0"/>
                      <a:cs typeface="+mn-cs"/>
                    </a:endParaRPr>
                  </a:p>
                </p:txBody>
              </p:sp>
              <p:sp>
                <p:nvSpPr>
                  <p:cNvPr id="16" name="Left Brace 59442"/>
                  <p:cNvSpPr/>
                  <p:nvPr/>
                </p:nvSpPr>
                <p:spPr>
                  <a:xfrm>
                    <a:off x="544427" y="5591175"/>
                    <a:ext cx="180340" cy="875030"/>
                  </a:xfrm>
                  <a:prstGeom prst="leftBrac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C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" name="Rectangle 59443"/>
                  <p:cNvSpPr/>
                  <p:nvPr/>
                </p:nvSpPr>
                <p:spPr>
                  <a:xfrm rot="16200000">
                    <a:off x="-641436" y="5891213"/>
                    <a:ext cx="1682507" cy="380585"/>
                  </a:xfrm>
                  <a:prstGeom prst="rect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s-EC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Times New Roman" panose="02020603050405020304" pitchFamily="18" charset="0"/>
                        <a:cs typeface="+mn-cs"/>
                      </a:rPr>
                      <a:t>Planificación Operativa</a:t>
                    </a:r>
                    <a:endParaRPr kumimoji="0" lang="es-EC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Times New Roman" panose="02020603050405020304" pitchFamily="18" charset="0"/>
                      <a:cs typeface="+mn-cs"/>
                    </a:endParaRPr>
                  </a:p>
                </p:txBody>
              </p:sp>
              <p:sp>
                <p:nvSpPr>
                  <p:cNvPr id="18" name="Left Brace 161"/>
                  <p:cNvSpPr/>
                  <p:nvPr/>
                </p:nvSpPr>
                <p:spPr>
                  <a:xfrm rot="10800000">
                    <a:off x="4249652" y="4676775"/>
                    <a:ext cx="180340" cy="875030"/>
                  </a:xfrm>
                  <a:prstGeom prst="leftBrac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C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Flowchart: Alternate Process 162"/>
                  <p:cNvSpPr/>
                  <p:nvPr/>
                </p:nvSpPr>
                <p:spPr>
                  <a:xfrm>
                    <a:off x="4630652" y="4962525"/>
                    <a:ext cx="1047750" cy="521024"/>
                  </a:xfrm>
                  <a:prstGeom prst="flowChartAlternateProcess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s-EC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Times New Roman" panose="02020603050405020304" pitchFamily="18" charset="0"/>
                        <a:cs typeface="+mn-cs"/>
                      </a:rPr>
                      <a:t>Articulación con proceso presupuestario</a:t>
                    </a:r>
                    <a:endParaRPr kumimoji="0" lang="es-EC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Times New Roman" panose="02020603050405020304" pitchFamily="18" charset="0"/>
                      <a:cs typeface="+mn-cs"/>
                    </a:endParaRPr>
                  </a:p>
                </p:txBody>
              </p:sp>
            </p:grpSp>
            <p:sp>
              <p:nvSpPr>
                <p:cNvPr id="11" name="Rectangle 164"/>
                <p:cNvSpPr/>
                <p:nvPr/>
              </p:nvSpPr>
              <p:spPr>
                <a:xfrm>
                  <a:off x="1774209" y="2797791"/>
                  <a:ext cx="1538139" cy="204717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EC" sz="7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Times New Roman" panose="02020603050405020304" pitchFamily="18" charset="0"/>
                      <a:cs typeface="+mn-cs"/>
                    </a:rPr>
                    <a:t>POLÍTICA SECTORIAL</a:t>
                  </a:r>
                  <a:endParaRPr kumimoji="0" lang="es-EC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Times New Roman" panose="02020603050405020304" pitchFamily="18" charset="0"/>
                    <a:cs typeface="+mn-cs"/>
                  </a:endParaRPr>
                </a:p>
              </p:txBody>
            </p:sp>
            <p:sp>
              <p:nvSpPr>
                <p:cNvPr id="12" name="Rectangle 166"/>
                <p:cNvSpPr/>
                <p:nvPr/>
              </p:nvSpPr>
              <p:spPr>
                <a:xfrm>
                  <a:off x="1781033" y="3091218"/>
                  <a:ext cx="1538139" cy="204717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EC" sz="7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Times New Roman" panose="02020603050405020304" pitchFamily="18" charset="0"/>
                      <a:cs typeface="+mn-cs"/>
                    </a:rPr>
                    <a:t>PLANES INSTITUCIONALES</a:t>
                  </a:r>
                  <a:endParaRPr kumimoji="0" lang="es-EC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Times New Roman" panose="02020603050405020304" pitchFamily="18" charset="0"/>
                    <a:cs typeface="+mn-cs"/>
                  </a:endParaRPr>
                </a:p>
              </p:txBody>
            </p:sp>
          </p:grpSp>
          <p:sp>
            <p:nvSpPr>
              <p:cNvPr id="8" name="Rectangle 210"/>
              <p:cNvSpPr/>
              <p:nvPr/>
            </p:nvSpPr>
            <p:spPr>
              <a:xfrm>
                <a:off x="1771650" y="1238250"/>
                <a:ext cx="1538139" cy="324738"/>
              </a:xfrm>
              <a:prstGeom prst="rect">
                <a:avLst/>
              </a:prstGeom>
              <a:ln w="127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7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Times New Roman" panose="02020603050405020304" pitchFamily="18" charset="0"/>
                    <a:cs typeface="+mn-cs"/>
                  </a:rPr>
                  <a:t>ESTRATEGIA DE LARGO PLAZO</a:t>
                </a:r>
                <a:endParaRPr kumimoji="0" lang="es-EC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Times New Roman" panose="02020603050405020304" pitchFamily="18" charset="0"/>
                  <a:cs typeface="+mn-cs"/>
                </a:endParaRPr>
              </a:p>
            </p:txBody>
          </p:sp>
        </p:grpSp>
      </p:grpSp>
      <p:graphicFrame>
        <p:nvGraphicFramePr>
          <p:cNvPr id="47" name="Diagram 35903"/>
          <p:cNvGraphicFramePr/>
          <p:nvPr>
            <p:extLst>
              <p:ext uri="{D42A27DB-BD31-4B8C-83A1-F6EECF244321}">
                <p14:modId xmlns:p14="http://schemas.microsoft.com/office/powerpoint/2010/main" val="128613889"/>
              </p:ext>
            </p:extLst>
          </p:nvPr>
        </p:nvGraphicFramePr>
        <p:xfrm>
          <a:off x="3060842" y="2556460"/>
          <a:ext cx="2708275" cy="119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8" name="Flecha izquierda y derecha 47"/>
          <p:cNvSpPr/>
          <p:nvPr/>
        </p:nvSpPr>
        <p:spPr>
          <a:xfrm>
            <a:off x="2849610" y="3032136"/>
            <a:ext cx="395736" cy="202129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9" name="Diagram 609"/>
          <p:cNvGraphicFramePr/>
          <p:nvPr>
            <p:extLst>
              <p:ext uri="{D42A27DB-BD31-4B8C-83A1-F6EECF244321}">
                <p14:modId xmlns:p14="http://schemas.microsoft.com/office/powerpoint/2010/main" val="4229411666"/>
              </p:ext>
            </p:extLst>
          </p:nvPr>
        </p:nvGraphicFramePr>
        <p:xfrm>
          <a:off x="352567" y="2556460"/>
          <a:ext cx="2708275" cy="119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50" name="Imagen 4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5" y="5844645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45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371268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	</a:t>
            </a:r>
            <a:r>
              <a:rPr lang="en-US" sz="2800" b="1" dirty="0" err="1">
                <a:solidFill>
                  <a:schemeClr val="bg1"/>
                </a:solidFill>
              </a:rPr>
              <a:t>ESTRUCTURA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PROGRAMÁTICA</a:t>
            </a:r>
            <a:endParaRPr lang="en-US" sz="2800" b="1" kern="1200" dirty="0">
              <a:solidFill>
                <a:schemeClr val="bg1"/>
              </a:solidFill>
            </a:endParaRPr>
          </a:p>
        </p:txBody>
      </p:sp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C" altLang="es-EC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s-EC" altLang="es-EC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s-EC" alt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296160" y="1574800"/>
            <a:ext cx="885335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4C44271-238E-49DF-8316-1BE8D09B78B7}"/>
              </a:ext>
            </a:extLst>
          </p:cNvPr>
          <p:cNvGrpSpPr/>
          <p:nvPr/>
        </p:nvGrpSpPr>
        <p:grpSpPr>
          <a:xfrm>
            <a:off x="1349413" y="1574800"/>
            <a:ext cx="6258532" cy="3766700"/>
            <a:chOff x="1272411" y="1614491"/>
            <a:chExt cx="6258532" cy="3766700"/>
          </a:xfrm>
        </p:grpSpPr>
        <p:sp>
          <p:nvSpPr>
            <p:cNvPr id="5" name="Rectangle 50"/>
            <p:cNvSpPr>
              <a:spLocks noChangeArrowheads="1"/>
            </p:cNvSpPr>
            <p:nvPr/>
          </p:nvSpPr>
          <p:spPr bwMode="auto">
            <a:xfrm>
              <a:off x="1272411" y="4923991"/>
              <a:ext cx="2538423" cy="45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altLang="es-EC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Ítem presupuestario de acuerdo con Clasificador de Gastos</a:t>
              </a:r>
              <a:endParaRPr kumimoji="0" lang="es-EC" altLang="es-EC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Right Brace 53"/>
            <p:cNvSpPr/>
            <p:nvPr/>
          </p:nvSpPr>
          <p:spPr>
            <a:xfrm>
              <a:off x="6116985" y="2129473"/>
              <a:ext cx="131417" cy="24479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C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537B28B-C0A0-40DF-A326-B1B828F3675F}"/>
                </a:ext>
              </a:extLst>
            </p:cNvPr>
            <p:cNvGrpSpPr/>
            <p:nvPr/>
          </p:nvGrpSpPr>
          <p:grpSpPr>
            <a:xfrm>
              <a:off x="6348190" y="1614491"/>
              <a:ext cx="1182753" cy="2009775"/>
              <a:chOff x="6965822" y="2369185"/>
              <a:chExt cx="1182753" cy="2009775"/>
            </a:xfrm>
          </p:grpSpPr>
          <p:sp>
            <p:nvSpPr>
              <p:cNvPr id="6" name="Rectangle 51"/>
              <p:cNvSpPr>
                <a:spLocks noChangeArrowheads="1"/>
              </p:cNvSpPr>
              <p:nvPr/>
            </p:nvSpPr>
            <p:spPr bwMode="auto">
              <a:xfrm>
                <a:off x="7304739" y="2369185"/>
                <a:ext cx="843836" cy="4572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altLang="es-EC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Metas de resultado</a:t>
                </a:r>
                <a:endParaRPr kumimoji="0" lang="es-EC" altLang="es-EC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" name="Rectangle 52"/>
              <p:cNvSpPr>
                <a:spLocks noChangeArrowheads="1"/>
              </p:cNvSpPr>
              <p:nvPr/>
            </p:nvSpPr>
            <p:spPr bwMode="auto">
              <a:xfrm>
                <a:off x="7304739" y="3921760"/>
                <a:ext cx="843836" cy="4572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altLang="es-EC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Metas de producción</a:t>
                </a:r>
                <a:endParaRPr kumimoji="0" lang="es-EC" altLang="es-EC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19" name="Straight Arrow Connector 54"/>
              <p:cNvCxnSpPr/>
              <p:nvPr/>
            </p:nvCxnSpPr>
            <p:spPr>
              <a:xfrm>
                <a:off x="7738827" y="2943861"/>
                <a:ext cx="0" cy="81915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Rectangle 55"/>
              <p:cNvSpPr>
                <a:spLocks noChangeArrowheads="1"/>
              </p:cNvSpPr>
              <p:nvPr/>
            </p:nvSpPr>
            <p:spPr bwMode="auto">
              <a:xfrm>
                <a:off x="6965822" y="3124836"/>
                <a:ext cx="760835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altLang="es-EC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Hipótesis de política</a:t>
                </a:r>
                <a:endParaRPr kumimoji="0" lang="es-EC" altLang="es-EC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071224"/>
              </p:ext>
            </p:extLst>
          </p:nvPr>
        </p:nvGraphicFramePr>
        <p:xfrm>
          <a:off x="1455964" y="5508677"/>
          <a:ext cx="9280072" cy="918411"/>
        </p:xfrm>
        <a:graphic>
          <a:graphicData uri="http://schemas.openxmlformats.org/drawingml/2006/table">
            <a:tbl>
              <a:tblPr firstRow="1" firstCol="1" bandRow="1"/>
              <a:tblGrid>
                <a:gridCol w="617023">
                  <a:extLst>
                    <a:ext uri="{9D8B030D-6E8A-4147-A177-3AD203B41FA5}">
                      <a16:colId xmlns:a16="http://schemas.microsoft.com/office/drawing/2014/main" val="3625841726"/>
                    </a:ext>
                  </a:extLst>
                </a:gridCol>
                <a:gridCol w="735276">
                  <a:extLst>
                    <a:ext uri="{9D8B030D-6E8A-4147-A177-3AD203B41FA5}">
                      <a16:colId xmlns:a16="http://schemas.microsoft.com/office/drawing/2014/main" val="1560462637"/>
                    </a:ext>
                  </a:extLst>
                </a:gridCol>
                <a:gridCol w="957478">
                  <a:extLst>
                    <a:ext uri="{9D8B030D-6E8A-4147-A177-3AD203B41FA5}">
                      <a16:colId xmlns:a16="http://schemas.microsoft.com/office/drawing/2014/main" val="2811575270"/>
                    </a:ext>
                  </a:extLst>
                </a:gridCol>
                <a:gridCol w="818148">
                  <a:extLst>
                    <a:ext uri="{9D8B030D-6E8A-4147-A177-3AD203B41FA5}">
                      <a16:colId xmlns:a16="http://schemas.microsoft.com/office/drawing/2014/main" val="1529111807"/>
                    </a:ext>
                  </a:extLst>
                </a:gridCol>
                <a:gridCol w="1174282">
                  <a:extLst>
                    <a:ext uri="{9D8B030D-6E8A-4147-A177-3AD203B41FA5}">
                      <a16:colId xmlns:a16="http://schemas.microsoft.com/office/drawing/2014/main" val="3826976952"/>
                    </a:ext>
                  </a:extLst>
                </a:gridCol>
                <a:gridCol w="560211">
                  <a:extLst>
                    <a:ext uri="{9D8B030D-6E8A-4147-A177-3AD203B41FA5}">
                      <a16:colId xmlns:a16="http://schemas.microsoft.com/office/drawing/2014/main" val="3879984754"/>
                    </a:ext>
                  </a:extLst>
                </a:gridCol>
                <a:gridCol w="1436596">
                  <a:extLst>
                    <a:ext uri="{9D8B030D-6E8A-4147-A177-3AD203B41FA5}">
                      <a16:colId xmlns:a16="http://schemas.microsoft.com/office/drawing/2014/main" val="2138703911"/>
                    </a:ext>
                  </a:extLst>
                </a:gridCol>
                <a:gridCol w="1749205">
                  <a:extLst>
                    <a:ext uri="{9D8B030D-6E8A-4147-A177-3AD203B41FA5}">
                      <a16:colId xmlns:a16="http://schemas.microsoft.com/office/drawing/2014/main" val="199165083"/>
                    </a:ext>
                  </a:extLst>
                </a:gridCol>
                <a:gridCol w="1231853">
                  <a:extLst>
                    <a:ext uri="{9D8B030D-6E8A-4147-A177-3AD203B41FA5}">
                      <a16:colId xmlns:a16="http://schemas.microsoft.com/office/drawing/2014/main" val="3502490798"/>
                    </a:ext>
                  </a:extLst>
                </a:gridCol>
              </a:tblGrid>
              <a:tr h="705051"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Prg</a:t>
                      </a:r>
                      <a:endParaRPr lang="es-EC" sz="14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b="1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Sprg</a:t>
                      </a:r>
                      <a:endParaRPr lang="es-EC" sz="14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b="1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</a:t>
                      </a:r>
                      <a:r>
                        <a:rPr lang="es-EC" sz="14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Operativa</a:t>
                      </a:r>
                      <a:endParaRPr lang="es-EC" sz="14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Proyecto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de Proyecto</a:t>
                      </a:r>
                      <a:endParaRPr lang="es-EC" sz="14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</a:t>
                      </a:r>
                      <a:endParaRPr lang="es-EC" sz="14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  <a:endParaRPr lang="es-EC" sz="14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Responsable</a:t>
                      </a:r>
                      <a:endParaRPr lang="es-EC" sz="14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Unidad de medida</a:t>
                      </a:r>
                      <a:endParaRPr lang="es-EC" sz="14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69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….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Unidad ejecutora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470189"/>
                  </a:ext>
                </a:extLst>
              </a:tr>
            </a:tbl>
          </a:graphicData>
        </a:graphic>
      </p:graphicFrame>
      <p:graphicFrame>
        <p:nvGraphicFramePr>
          <p:cNvPr id="22" name="Diagram 35858"/>
          <p:cNvGraphicFramePr/>
          <p:nvPr>
            <p:extLst>
              <p:ext uri="{D42A27DB-BD31-4B8C-83A1-F6EECF244321}">
                <p14:modId xmlns:p14="http://schemas.microsoft.com/office/powerpoint/2010/main" val="1704460434"/>
              </p:ext>
            </p:extLst>
          </p:nvPr>
        </p:nvGraphicFramePr>
        <p:xfrm>
          <a:off x="276996" y="1626369"/>
          <a:ext cx="5854065" cy="326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5" name="Imagen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869763"/>
              </p:ext>
            </p:extLst>
          </p:nvPr>
        </p:nvGraphicFramePr>
        <p:xfrm>
          <a:off x="606392" y="1655547"/>
          <a:ext cx="10985659" cy="4789129"/>
        </p:xfrm>
        <a:graphic>
          <a:graphicData uri="http://schemas.openxmlformats.org/drawingml/2006/table">
            <a:tbl>
              <a:tblPr firstRow="1" firstCol="1" bandRow="1"/>
              <a:tblGrid>
                <a:gridCol w="904774">
                  <a:extLst>
                    <a:ext uri="{9D8B030D-6E8A-4147-A177-3AD203B41FA5}">
                      <a16:colId xmlns:a16="http://schemas.microsoft.com/office/drawing/2014/main" val="1508831686"/>
                    </a:ext>
                  </a:extLst>
                </a:gridCol>
                <a:gridCol w="596767">
                  <a:extLst>
                    <a:ext uri="{9D8B030D-6E8A-4147-A177-3AD203B41FA5}">
                      <a16:colId xmlns:a16="http://schemas.microsoft.com/office/drawing/2014/main" val="3865918962"/>
                    </a:ext>
                  </a:extLst>
                </a:gridCol>
                <a:gridCol w="1357162">
                  <a:extLst>
                    <a:ext uri="{9D8B030D-6E8A-4147-A177-3AD203B41FA5}">
                      <a16:colId xmlns:a16="http://schemas.microsoft.com/office/drawing/2014/main" val="661804049"/>
                    </a:ext>
                  </a:extLst>
                </a:gridCol>
                <a:gridCol w="1540042">
                  <a:extLst>
                    <a:ext uri="{9D8B030D-6E8A-4147-A177-3AD203B41FA5}">
                      <a16:colId xmlns:a16="http://schemas.microsoft.com/office/drawing/2014/main" val="1551321246"/>
                    </a:ext>
                  </a:extLst>
                </a:gridCol>
                <a:gridCol w="654518">
                  <a:extLst>
                    <a:ext uri="{9D8B030D-6E8A-4147-A177-3AD203B41FA5}">
                      <a16:colId xmlns:a16="http://schemas.microsoft.com/office/drawing/2014/main" val="4119527739"/>
                    </a:ext>
                  </a:extLst>
                </a:gridCol>
                <a:gridCol w="2107932">
                  <a:extLst>
                    <a:ext uri="{9D8B030D-6E8A-4147-A177-3AD203B41FA5}">
                      <a16:colId xmlns:a16="http://schemas.microsoft.com/office/drawing/2014/main" val="48160656"/>
                    </a:ext>
                  </a:extLst>
                </a:gridCol>
                <a:gridCol w="173255">
                  <a:extLst>
                    <a:ext uri="{9D8B030D-6E8A-4147-A177-3AD203B41FA5}">
                      <a16:colId xmlns:a16="http://schemas.microsoft.com/office/drawing/2014/main" val="1664029603"/>
                    </a:ext>
                  </a:extLst>
                </a:gridCol>
                <a:gridCol w="3651209">
                  <a:extLst>
                    <a:ext uri="{9D8B030D-6E8A-4147-A177-3AD203B41FA5}">
                      <a16:colId xmlns:a16="http://schemas.microsoft.com/office/drawing/2014/main" val="26950831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Competencia</a:t>
                      </a:r>
                      <a:endParaRPr lang="es-EC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Objetivos PEI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Subprogramas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Proyecto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proyecto /componente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70105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Infraestructura vial rural (e)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OEI 1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P01. Infraestructura Vial </a:t>
                      </a:r>
                      <a:endParaRPr lang="es-EC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 01.01 Construcción </a:t>
                      </a:r>
                      <a:endParaRPr lang="es-EC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Proyecto 01.01.011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01.01.011.001 “Obra – Fase I”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Operativa. 01.01.011 “Fiscalización”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718222"/>
                  </a:ext>
                </a:extLst>
              </a:tr>
              <a:tr h="256678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01.01.011.002 “Obra – Fase II”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61553"/>
                  </a:ext>
                </a:extLst>
              </a:tr>
              <a:tr h="123162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OEI 4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Proyecto 01.01.012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01.01.012.001 “Estudios”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Operativa. 01.01.012 “Fiscalización”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998418"/>
                  </a:ext>
                </a:extLst>
              </a:tr>
              <a:tr h="121337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01.01.012.002 “Estudios”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823099"/>
                  </a:ext>
                </a:extLst>
              </a:tr>
              <a:tr h="135341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</a:t>
                      </a: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01.02 Mantenimiento y control de calidad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Operativa. 01.02.012 “Gasto operativo unidad de vialidad”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370449"/>
                  </a:ext>
                </a:extLst>
              </a:tr>
              <a:tr h="187370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OEI 5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Operativa. 01.02.012 “Proporción gasto operativo procesos habilitantes”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575425"/>
                  </a:ext>
                </a:extLst>
              </a:tr>
              <a:tr h="125443">
                <a:tc gridSpan="8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56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93365"/>
                  </a:ext>
                </a:extLst>
              </a:tr>
              <a:tr h="256678">
                <a:tc rowSpan="1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Funciones de GADP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OEI</a:t>
                      </a: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9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P05</a:t>
                      </a: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Fortalecimiento Institucional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“Programa de Apoyo”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</a:t>
                      </a: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05.01 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Procesos Habilitantes 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05.01.001 Tecnologías de Información y Comunicación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972471"/>
                  </a:ext>
                </a:extLst>
              </a:tr>
              <a:tr h="168541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05.01.002 Gestión Administrativa 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74945"/>
                  </a:ext>
                </a:extLst>
              </a:tr>
              <a:tr h="144379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05.01.003</a:t>
                      </a:r>
                      <a:r>
                        <a:rPr lang="es-EC" sz="105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Gestión Financiera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02750"/>
                  </a:ext>
                </a:extLst>
              </a:tr>
              <a:tr h="303409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05.01.004 Gestión de Planificación Territorial e Institucional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578807"/>
                  </a:ext>
                </a:extLst>
              </a:tr>
              <a:tr h="92776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</a:t>
                      </a: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05.02 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Procesos Gobernantes 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05.02.001 Prefectura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21975"/>
                  </a:ext>
                </a:extLst>
              </a:tr>
              <a:tr h="62075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05.02.002 Vice prefectura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535459"/>
                  </a:ext>
                </a:extLst>
              </a:tr>
              <a:tr h="31375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05.02.003 Consejo Provincial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62868"/>
                  </a:ext>
                </a:extLst>
              </a:tr>
              <a:tr h="49109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05.03.001 Sindicatura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09990"/>
                  </a:ext>
                </a:extLst>
              </a:tr>
              <a:tr h="176194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05.03.002 Auditoría Interna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2035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 05.03 Procesos Asesoría </a:t>
                      </a:r>
                      <a:endParaRPr lang="es-EC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427565"/>
                  </a:ext>
                </a:extLst>
              </a:tr>
              <a:tr h="114214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 05.03.003 Comunicación Organizacional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224950"/>
                  </a:ext>
                </a:extLst>
              </a:tr>
              <a:tr h="58994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1268" marR="2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OEI 1, 2…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P06</a:t>
                      </a: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s-EC" sz="105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C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Patronato “Programa Unidad Desconcentrada (UD)”</a:t>
                      </a:r>
                      <a:endParaRPr lang="es-EC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SP. 06.01 </a:t>
                      </a:r>
                      <a:endParaRPr lang="es-EC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Social-cultural</a:t>
                      </a:r>
                      <a:endParaRPr lang="es-EC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Proyecto 06.01.001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06.01.001.001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 Operativa. 06.01.011 “Gasto operativo unidades de UD”</a:t>
                      </a:r>
                    </a:p>
                  </a:txBody>
                  <a:tcPr marL="21268" marR="2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76663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 txBox="1">
            <a:spLocks/>
          </p:cNvSpPr>
          <p:nvPr/>
        </p:nvSpPr>
        <p:spPr>
          <a:xfrm>
            <a:off x="0" y="538364"/>
            <a:ext cx="8371268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</a:rPr>
              <a:t>	</a:t>
            </a:r>
            <a:r>
              <a:rPr lang="en-US" sz="2800" b="1" dirty="0" err="1">
                <a:solidFill>
                  <a:schemeClr val="bg1"/>
                </a:solidFill>
              </a:rPr>
              <a:t>ESTRUCTURA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PROGRAMÁTICA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800" b="1" dirty="0" err="1">
                <a:solidFill>
                  <a:schemeClr val="bg1"/>
                </a:solidFill>
              </a:rPr>
              <a:t>EJEMPLO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7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610"/>
          <p:cNvGraphicFramePr/>
          <p:nvPr>
            <p:extLst>
              <p:ext uri="{D42A27DB-BD31-4B8C-83A1-F6EECF244321}">
                <p14:modId xmlns:p14="http://schemas.microsoft.com/office/powerpoint/2010/main" val="393294849"/>
              </p:ext>
            </p:extLst>
          </p:nvPr>
        </p:nvGraphicFramePr>
        <p:xfrm>
          <a:off x="2567836" y="1283200"/>
          <a:ext cx="6926893" cy="168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912218"/>
              </p:ext>
            </p:extLst>
          </p:nvPr>
        </p:nvGraphicFramePr>
        <p:xfrm>
          <a:off x="836392" y="2942133"/>
          <a:ext cx="10519216" cy="1131213"/>
        </p:xfrm>
        <a:graphic>
          <a:graphicData uri="http://schemas.openxmlformats.org/drawingml/2006/table">
            <a:tbl>
              <a:tblPr firstRow="1" firstCol="1" bandRow="1"/>
              <a:tblGrid>
                <a:gridCol w="850467">
                  <a:extLst>
                    <a:ext uri="{9D8B030D-6E8A-4147-A177-3AD203B41FA5}">
                      <a16:colId xmlns:a16="http://schemas.microsoft.com/office/drawing/2014/main" val="1042490926"/>
                    </a:ext>
                  </a:extLst>
                </a:gridCol>
                <a:gridCol w="793204">
                  <a:extLst>
                    <a:ext uri="{9D8B030D-6E8A-4147-A177-3AD203B41FA5}">
                      <a16:colId xmlns:a16="http://schemas.microsoft.com/office/drawing/2014/main" val="99162643"/>
                    </a:ext>
                  </a:extLst>
                </a:gridCol>
                <a:gridCol w="485678">
                  <a:extLst>
                    <a:ext uri="{9D8B030D-6E8A-4147-A177-3AD203B41FA5}">
                      <a16:colId xmlns:a16="http://schemas.microsoft.com/office/drawing/2014/main" val="3459502855"/>
                    </a:ext>
                  </a:extLst>
                </a:gridCol>
                <a:gridCol w="82436">
                  <a:extLst>
                    <a:ext uri="{9D8B030D-6E8A-4147-A177-3AD203B41FA5}">
                      <a16:colId xmlns:a16="http://schemas.microsoft.com/office/drawing/2014/main" val="3808700683"/>
                    </a:ext>
                  </a:extLst>
                </a:gridCol>
                <a:gridCol w="646864">
                  <a:extLst>
                    <a:ext uri="{9D8B030D-6E8A-4147-A177-3AD203B41FA5}">
                      <a16:colId xmlns:a16="http://schemas.microsoft.com/office/drawing/2014/main" val="4272911538"/>
                    </a:ext>
                  </a:extLst>
                </a:gridCol>
                <a:gridCol w="687160">
                  <a:extLst>
                    <a:ext uri="{9D8B030D-6E8A-4147-A177-3AD203B41FA5}">
                      <a16:colId xmlns:a16="http://schemas.microsoft.com/office/drawing/2014/main" val="1050667526"/>
                    </a:ext>
                  </a:extLst>
                </a:gridCol>
                <a:gridCol w="640502">
                  <a:extLst>
                    <a:ext uri="{9D8B030D-6E8A-4147-A177-3AD203B41FA5}">
                      <a16:colId xmlns:a16="http://schemas.microsoft.com/office/drawing/2014/main" val="2670764409"/>
                    </a:ext>
                  </a:extLst>
                </a:gridCol>
                <a:gridCol w="574754">
                  <a:extLst>
                    <a:ext uri="{9D8B030D-6E8A-4147-A177-3AD203B41FA5}">
                      <a16:colId xmlns:a16="http://schemas.microsoft.com/office/drawing/2014/main" val="832874803"/>
                    </a:ext>
                  </a:extLst>
                </a:gridCol>
                <a:gridCol w="1433705">
                  <a:extLst>
                    <a:ext uri="{9D8B030D-6E8A-4147-A177-3AD203B41FA5}">
                      <a16:colId xmlns:a16="http://schemas.microsoft.com/office/drawing/2014/main" val="1511957321"/>
                    </a:ext>
                  </a:extLst>
                </a:gridCol>
                <a:gridCol w="642622">
                  <a:extLst>
                    <a:ext uri="{9D8B030D-6E8A-4147-A177-3AD203B41FA5}">
                      <a16:colId xmlns:a16="http://schemas.microsoft.com/office/drawing/2014/main" val="1563215011"/>
                    </a:ext>
                  </a:extLst>
                </a:gridCol>
                <a:gridCol w="591722">
                  <a:extLst>
                    <a:ext uri="{9D8B030D-6E8A-4147-A177-3AD203B41FA5}">
                      <a16:colId xmlns:a16="http://schemas.microsoft.com/office/drawing/2014/main" val="3962059485"/>
                    </a:ext>
                  </a:extLst>
                </a:gridCol>
                <a:gridCol w="551426">
                  <a:extLst>
                    <a:ext uri="{9D8B030D-6E8A-4147-A177-3AD203B41FA5}">
                      <a16:colId xmlns:a16="http://schemas.microsoft.com/office/drawing/2014/main" val="1328890368"/>
                    </a:ext>
                  </a:extLst>
                </a:gridCol>
                <a:gridCol w="562029">
                  <a:extLst>
                    <a:ext uri="{9D8B030D-6E8A-4147-A177-3AD203B41FA5}">
                      <a16:colId xmlns:a16="http://schemas.microsoft.com/office/drawing/2014/main" val="1225688330"/>
                    </a:ext>
                  </a:extLst>
                </a:gridCol>
                <a:gridCol w="674435">
                  <a:extLst>
                    <a:ext uri="{9D8B030D-6E8A-4147-A177-3AD203B41FA5}">
                      <a16:colId xmlns:a16="http://schemas.microsoft.com/office/drawing/2014/main" val="2118752623"/>
                    </a:ext>
                  </a:extLst>
                </a:gridCol>
                <a:gridCol w="651106">
                  <a:extLst>
                    <a:ext uri="{9D8B030D-6E8A-4147-A177-3AD203B41FA5}">
                      <a16:colId xmlns:a16="http://schemas.microsoft.com/office/drawing/2014/main" val="3342926016"/>
                    </a:ext>
                  </a:extLst>
                </a:gridCol>
                <a:gridCol w="651106">
                  <a:extLst>
                    <a:ext uri="{9D8B030D-6E8A-4147-A177-3AD203B41FA5}">
                      <a16:colId xmlns:a16="http://schemas.microsoft.com/office/drawing/2014/main" val="2575683353"/>
                    </a:ext>
                  </a:extLst>
                </a:gridCol>
              </a:tblGrid>
              <a:tr h="511739"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Clasificación Administrativa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¿Quién gasta?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Clasificación Programática y Funcional</a:t>
                      </a:r>
                      <a:endParaRPr lang="es-EC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¿Para qué se gasta?</a:t>
                      </a:r>
                      <a:endParaRPr lang="es-EC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Clasificador Presupuestario de Gastos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¿En qué se gasta?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2790062"/>
                  </a:ext>
                </a:extLst>
              </a:tr>
              <a:tr h="3585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UR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UE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Área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Subp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Proy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Detalle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ActP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Fun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Nat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Gru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Subg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Ítem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PP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9652720"/>
                  </a:ext>
                </a:extLst>
              </a:tr>
              <a:tr h="2608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XXX</a:t>
                      </a:r>
                      <a:endParaRPr lang="es-EC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Descripción*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D24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SI/NO**</a:t>
                      </a:r>
                      <a:endParaRPr lang="es-EC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36" marR="5703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821407"/>
                  </a:ext>
                </a:extLst>
              </a:tr>
            </a:tbl>
          </a:graphicData>
        </a:graphic>
      </p:graphicFrame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979001"/>
              </p:ext>
            </p:extLst>
          </p:nvPr>
        </p:nvGraphicFramePr>
        <p:xfrm>
          <a:off x="3139257" y="4330656"/>
          <a:ext cx="5574395" cy="1323086"/>
        </p:xfrm>
        <a:graphic>
          <a:graphicData uri="http://schemas.openxmlformats.org/drawingml/2006/table">
            <a:tbl>
              <a:tblPr firstRow="1" firstCol="1" bandRow="1"/>
              <a:tblGrid>
                <a:gridCol w="1078230">
                  <a:extLst>
                    <a:ext uri="{9D8B030D-6E8A-4147-A177-3AD203B41FA5}">
                      <a16:colId xmlns:a16="http://schemas.microsoft.com/office/drawing/2014/main" val="1079866397"/>
                    </a:ext>
                  </a:extLst>
                </a:gridCol>
                <a:gridCol w="431755">
                  <a:extLst>
                    <a:ext uri="{9D8B030D-6E8A-4147-A177-3AD203B41FA5}">
                      <a16:colId xmlns:a16="http://schemas.microsoft.com/office/drawing/2014/main" val="1883343555"/>
                    </a:ext>
                  </a:extLst>
                </a:gridCol>
                <a:gridCol w="431755">
                  <a:extLst>
                    <a:ext uri="{9D8B030D-6E8A-4147-A177-3AD203B41FA5}">
                      <a16:colId xmlns:a16="http://schemas.microsoft.com/office/drawing/2014/main" val="2306772999"/>
                    </a:ext>
                  </a:extLst>
                </a:gridCol>
                <a:gridCol w="431755">
                  <a:extLst>
                    <a:ext uri="{9D8B030D-6E8A-4147-A177-3AD203B41FA5}">
                      <a16:colId xmlns:a16="http://schemas.microsoft.com/office/drawing/2014/main" val="2618577353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618566408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3340981048"/>
                    </a:ext>
                  </a:extLst>
                </a:gridCol>
                <a:gridCol w="431755">
                  <a:extLst>
                    <a:ext uri="{9D8B030D-6E8A-4147-A177-3AD203B41FA5}">
                      <a16:colId xmlns:a16="http://schemas.microsoft.com/office/drawing/2014/main" val="1689410815"/>
                    </a:ext>
                  </a:extLst>
                </a:gridCol>
                <a:gridCol w="431755">
                  <a:extLst>
                    <a:ext uri="{9D8B030D-6E8A-4147-A177-3AD203B41FA5}">
                      <a16:colId xmlns:a16="http://schemas.microsoft.com/office/drawing/2014/main" val="1767655857"/>
                    </a:ext>
                  </a:extLst>
                </a:gridCol>
                <a:gridCol w="431755">
                  <a:extLst>
                    <a:ext uri="{9D8B030D-6E8A-4147-A177-3AD203B41FA5}">
                      <a16:colId xmlns:a16="http://schemas.microsoft.com/office/drawing/2014/main" val="3415499898"/>
                    </a:ext>
                  </a:extLst>
                </a:gridCol>
              </a:tblGrid>
              <a:tr h="370999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Clasificación Orientación del Gasto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(Políticas de Igualdad y Ambiente)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Clasificación Geográfica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¿Dónde gasta?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Fuente de Financiamiento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270141"/>
                  </a:ext>
                </a:extLst>
              </a:tr>
              <a:tr h="4260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OG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DG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Provincia / Cantón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Nat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Gru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Subg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Ítem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71124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XXX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C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</a:t>
                      </a:r>
                      <a:endParaRPr lang="es-EC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372082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251710" y="5645106"/>
            <a:ext cx="734949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UR</a:t>
            </a:r>
            <a:r>
              <a:rPr kumimoji="0" lang="es-EC" altLang="es-EC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Unidad Responsable, UE: unidad ejecutora, </a:t>
            </a:r>
            <a:r>
              <a:rPr kumimoji="0" lang="es-EC" altLang="es-EC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</a:t>
            </a:r>
            <a:r>
              <a:rPr kumimoji="0" lang="es-EC" altLang="es-EC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Programa, Sub: subprograma, </a:t>
            </a:r>
            <a:r>
              <a:rPr kumimoji="0" lang="es-EC" altLang="es-EC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Proy</a:t>
            </a:r>
            <a:r>
              <a:rPr kumimoji="0" lang="es-EC" altLang="es-EC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proyecto, </a:t>
            </a:r>
            <a:r>
              <a:rPr kumimoji="0" lang="es-EC" altLang="es-EC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</a:t>
            </a:r>
            <a:r>
              <a:rPr kumimoji="0" lang="es-EC" altLang="es-EC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actividad, </a:t>
            </a:r>
            <a:r>
              <a:rPr kumimoji="0" lang="es-EC" altLang="es-EC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ActP</a:t>
            </a:r>
            <a:r>
              <a:rPr kumimoji="0" lang="es-EC" altLang="es-EC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actividad de proyecto, </a:t>
            </a:r>
            <a:r>
              <a:rPr kumimoji="0" lang="es-EC" altLang="es-EC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</a:t>
            </a:r>
            <a:r>
              <a:rPr kumimoji="0" lang="es-EC" altLang="es-EC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función, </a:t>
            </a:r>
            <a:r>
              <a:rPr kumimoji="0" lang="es-EC" altLang="es-EC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OG</a:t>
            </a:r>
            <a:r>
              <a:rPr kumimoji="0" lang="es-EC" altLang="es-EC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Orientación del Gasto, DG: Direccionamiento del Gasto, CAT: Categoría, SUB: Subcategoría.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 txBox="1">
            <a:spLocks/>
          </p:cNvSpPr>
          <p:nvPr/>
        </p:nvSpPr>
        <p:spPr>
          <a:xfrm>
            <a:off x="1" y="538364"/>
            <a:ext cx="8371268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</a:rPr>
              <a:t>	</a:t>
            </a:r>
            <a:r>
              <a:rPr lang="en-US" sz="2800" b="1" dirty="0" err="1">
                <a:solidFill>
                  <a:schemeClr val="bg1"/>
                </a:solidFill>
              </a:rPr>
              <a:t>PROCESO</a:t>
            </a:r>
            <a:r>
              <a:rPr lang="en-US" sz="2800" b="1" dirty="0">
                <a:solidFill>
                  <a:schemeClr val="bg1"/>
                </a:solidFill>
              </a:rPr>
              <a:t> Y CLAVE </a:t>
            </a:r>
            <a:r>
              <a:rPr lang="en-US" sz="2800" b="1" dirty="0" err="1">
                <a:solidFill>
                  <a:schemeClr val="bg1"/>
                </a:solidFill>
              </a:rPr>
              <a:t>PRESUPUESTARIA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22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6" y="546487"/>
            <a:ext cx="5501928" cy="749808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C" sz="2400" b="1" dirty="0">
                <a:solidFill>
                  <a:schemeClr val="bg1"/>
                </a:solidFill>
              </a:rPr>
              <a:t>3. EJECUCIÓN</a:t>
            </a:r>
            <a:endParaRPr lang="en-US" sz="2400" b="1" kern="1200" dirty="0">
              <a:solidFill>
                <a:schemeClr val="bg1"/>
              </a:solidFill>
            </a:endParaRPr>
          </a:p>
        </p:txBody>
      </p:sp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C" altLang="es-EC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s-EC" altLang="es-EC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s-EC" altLang="es-EC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8" name="Grupo 17"/>
          <p:cNvGrpSpPr/>
          <p:nvPr/>
        </p:nvGrpSpPr>
        <p:grpSpPr>
          <a:xfrm>
            <a:off x="6105524" y="88901"/>
            <a:ext cx="6086476" cy="6769099"/>
            <a:chOff x="0" y="0"/>
            <a:chExt cx="6751674" cy="7305420"/>
          </a:xfrm>
        </p:grpSpPr>
        <p:sp>
          <p:nvSpPr>
            <p:cNvPr id="19" name="Rectángulo 18"/>
            <p:cNvSpPr>
              <a:spLocks noChangeArrowheads="1"/>
            </p:cNvSpPr>
            <p:nvPr/>
          </p:nvSpPr>
          <p:spPr bwMode="auto">
            <a:xfrm>
              <a:off x="2341055" y="0"/>
              <a:ext cx="2106677" cy="357316"/>
            </a:xfrm>
            <a:prstGeom prst="rect">
              <a:avLst/>
            </a:prstGeom>
            <a:ln>
              <a:solidFill>
                <a:schemeClr val="bg2">
                  <a:lumMod val="25000"/>
                </a:schemeClr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Gestión Financiera Pública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sp>
          <p:nvSpPr>
            <p:cNvPr id="20" name="Rectángulo 19"/>
            <p:cNvSpPr>
              <a:spLocks noChangeArrowheads="1"/>
            </p:cNvSpPr>
            <p:nvPr/>
          </p:nvSpPr>
          <p:spPr bwMode="auto">
            <a:xfrm>
              <a:off x="0" y="507154"/>
              <a:ext cx="1935126" cy="3285454"/>
            </a:xfrm>
            <a:prstGeom prst="rect">
              <a:avLst/>
            </a:prstGeom>
            <a:ln>
              <a:solidFill>
                <a:schemeClr val="bg2">
                  <a:lumMod val="25000"/>
                </a:schemeClr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Programación Física y Financiera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Entradas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Presupuesto vigente</a:t>
              </a:r>
              <a:endParaRPr kumimoji="0" lang="es-EC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0" indent="-228600" algn="l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Plan Operativo</a:t>
              </a:r>
              <a:endParaRPr kumimoji="0" lang="es-EC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Programación de flujo de caja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Herramientas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Matrices de planeación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Salidas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Programación física y financiera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sp>
          <p:nvSpPr>
            <p:cNvPr id="21" name="Rectángulo 20"/>
            <p:cNvSpPr>
              <a:spLocks noChangeArrowheads="1"/>
            </p:cNvSpPr>
            <p:nvPr/>
          </p:nvSpPr>
          <p:spPr bwMode="auto">
            <a:xfrm>
              <a:off x="2349567" y="508572"/>
              <a:ext cx="1999150" cy="3274049"/>
            </a:xfrm>
            <a:prstGeom prst="rect">
              <a:avLst/>
            </a:prstGeom>
            <a:ln>
              <a:solidFill>
                <a:schemeClr val="bg2">
                  <a:lumMod val="25000"/>
                </a:schemeClr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Gestión de Proyectos y Actividades Operativas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Entradas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PEI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PAI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POA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Programación física y financiera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Entregables Fase Inicio de Proyecto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Herramientas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Herramientas ciclo de gestión de proyectos</a:t>
              </a:r>
              <a:endParaRPr kumimoji="0" lang="es-EC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Salidas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Proyecto ejecutado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sp>
          <p:nvSpPr>
            <p:cNvPr id="22" name="Rectángulo 21"/>
            <p:cNvSpPr>
              <a:spLocks noChangeArrowheads="1"/>
            </p:cNvSpPr>
            <p:nvPr/>
          </p:nvSpPr>
          <p:spPr bwMode="auto">
            <a:xfrm>
              <a:off x="754912" y="4007354"/>
              <a:ext cx="2275181" cy="2818348"/>
            </a:xfrm>
            <a:prstGeom prst="rect">
              <a:avLst/>
            </a:prstGeom>
            <a:ln>
              <a:solidFill>
                <a:schemeClr val="bg2">
                  <a:lumMod val="25000"/>
                </a:schemeClr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Reformas y actualización de instrumentos de planificación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Entradas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Solicitud de reformas y modificaciones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Herramientas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Sistema integrado de administración financiera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Salidas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Reformas realizadas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Actualización de planes y proyectos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sp>
          <p:nvSpPr>
            <p:cNvPr id="23" name="Rectángulo 22"/>
            <p:cNvSpPr>
              <a:spLocks noChangeArrowheads="1"/>
            </p:cNvSpPr>
            <p:nvPr/>
          </p:nvSpPr>
          <p:spPr bwMode="auto">
            <a:xfrm>
              <a:off x="3520261" y="4027708"/>
              <a:ext cx="2435856" cy="3277712"/>
            </a:xfrm>
            <a:prstGeom prst="rect">
              <a:avLst/>
            </a:prstGeom>
            <a:ln>
              <a:solidFill>
                <a:schemeClr val="bg2">
                  <a:lumMod val="25000"/>
                </a:schemeClr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Seguimiento y evaluación intermedia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Entradas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Ejecución de acciones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Reformas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Solicitudes de cambio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Herramientas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Sistema de Seguimiento y Evaluación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Gestión de Control de Cambios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Salidas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Reportes de seguimiento y evaluación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Acciones preventivas y correctivas</a:t>
              </a:r>
              <a:endParaRPr kumimoji="0" lang="es-EC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sp>
          <p:nvSpPr>
            <p:cNvPr id="24" name="Rectángulo 23"/>
            <p:cNvSpPr>
              <a:spLocks noChangeArrowheads="1"/>
            </p:cNvSpPr>
            <p:nvPr/>
          </p:nvSpPr>
          <p:spPr bwMode="auto">
            <a:xfrm>
              <a:off x="4699133" y="524401"/>
              <a:ext cx="2052541" cy="3146736"/>
            </a:xfrm>
            <a:prstGeom prst="rect">
              <a:avLst/>
            </a:prstGeom>
            <a:ln>
              <a:solidFill>
                <a:schemeClr val="bg2">
                  <a:lumMod val="25000"/>
                </a:schemeClr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Gestión Financiera Pública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Entradas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Ejecución de proyecto (compromisos, devengo, pago)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Reformas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Herramientas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Sistema integrado de administración pública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Salidas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Presupuesto Ejecutado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Reformas realizadas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  <a:p>
              <a:pPr marL="4572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Reportes Financieros </a:t>
              </a:r>
              <a:endParaRPr kumimoji="0" lang="es-EC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cxnSp>
          <p:nvCxnSpPr>
            <p:cNvPr id="25" name="Conector angular 24"/>
            <p:cNvCxnSpPr/>
            <p:nvPr/>
          </p:nvCxnSpPr>
          <p:spPr>
            <a:xfrm rot="16200000" flipV="1">
              <a:off x="3268212" y="-1833920"/>
              <a:ext cx="17248" cy="4699472"/>
            </a:xfrm>
            <a:prstGeom prst="bentConnector3">
              <a:avLst>
                <a:gd name="adj1" fmla="val 630148"/>
              </a:avLst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26" name="Conector angular 25"/>
            <p:cNvCxnSpPr/>
            <p:nvPr/>
          </p:nvCxnSpPr>
          <p:spPr>
            <a:xfrm rot="16200000" flipV="1">
              <a:off x="3265379" y="2845707"/>
              <a:ext cx="20284" cy="2344420"/>
            </a:xfrm>
            <a:prstGeom prst="bentConnector3">
              <a:avLst>
                <a:gd name="adj1" fmla="val 370479"/>
              </a:avLst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27" name="Conector angular 26"/>
            <p:cNvCxnSpPr/>
            <p:nvPr/>
          </p:nvCxnSpPr>
          <p:spPr>
            <a:xfrm rot="5400000" flipH="1" flipV="1">
              <a:off x="3245520" y="1345675"/>
              <a:ext cx="121470" cy="4699472"/>
            </a:xfrm>
            <a:prstGeom prst="bentConnector3">
              <a:avLst>
                <a:gd name="adj1" fmla="val -75278"/>
              </a:avLst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29" name="Conector angular 44"/>
            <p:cNvCxnSpPr/>
            <p:nvPr/>
          </p:nvCxnSpPr>
          <p:spPr>
            <a:xfrm>
              <a:off x="3276836" y="3832755"/>
              <a:ext cx="6350" cy="129299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30" name="Conector recto 29"/>
            <p:cNvCxnSpPr/>
            <p:nvPr/>
          </p:nvCxnSpPr>
          <p:spPr>
            <a:xfrm>
              <a:off x="3268155" y="317500"/>
              <a:ext cx="8681" cy="19111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16" name="CuadroTexto 4">
            <a:extLst>
              <a:ext uri="{FF2B5EF4-FFF2-40B4-BE49-F238E27FC236}">
                <a16:creationId xmlns:a16="http://schemas.microsoft.com/office/drawing/2014/main" id="{07F77EE9-813E-4B54-BA83-EF7DD8C1B820}"/>
              </a:ext>
            </a:extLst>
          </p:cNvPr>
          <p:cNvSpPr txBox="1"/>
          <p:nvPr/>
        </p:nvSpPr>
        <p:spPr>
          <a:xfrm>
            <a:off x="651075" y="2161654"/>
            <a:ext cx="45848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Control presupuestarios de gestión efectivos y flexibles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Sistema presupuestario y contable que permite toma de decisiones financieras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SIAF que integre los principales sistemas financieros y de planificación institucional, criterios de priorización del GAD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Procesos estandarizados para gestionar proyectos y servicios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Seguimiento y Evaluación integrados en el ciclo de gestión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Proceso de gestión de control de cambios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50" y="77562"/>
            <a:ext cx="1129296" cy="48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96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 txBox="1">
            <a:spLocks/>
          </p:cNvSpPr>
          <p:nvPr/>
        </p:nvSpPr>
        <p:spPr>
          <a:xfrm>
            <a:off x="0" y="538364"/>
            <a:ext cx="8448541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</a:rPr>
              <a:t>	3. </a:t>
            </a:r>
            <a:r>
              <a:rPr lang="en-US" sz="2800" b="1" dirty="0" err="1">
                <a:solidFill>
                  <a:schemeClr val="bg1"/>
                </a:solidFill>
              </a:rPr>
              <a:t>EJECUCIÓN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6" name="Picture 3586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8"/>
          <a:stretch>
            <a:fillRect/>
          </a:stretch>
        </p:blipFill>
        <p:spPr bwMode="auto">
          <a:xfrm>
            <a:off x="950190" y="1786907"/>
            <a:ext cx="9747037" cy="4300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56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371268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EC" sz="2500" b="1" dirty="0">
                <a:solidFill>
                  <a:schemeClr val="bg1"/>
                </a:solidFill>
              </a:rPr>
              <a:t>EJECUCIÓN PRESUPUESTARIA, ESTADOS FINANCIEROS Y TESORERÍA</a:t>
            </a:r>
            <a:endParaRPr lang="en-US" sz="2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" name="Group 144"/>
          <p:cNvGrpSpPr/>
          <p:nvPr/>
        </p:nvGrpSpPr>
        <p:grpSpPr>
          <a:xfrm>
            <a:off x="563819" y="1910288"/>
            <a:ext cx="11064362" cy="3808842"/>
            <a:chOff x="-74921" y="23890"/>
            <a:chExt cx="6673232" cy="1863431"/>
          </a:xfrm>
        </p:grpSpPr>
        <p:grpSp>
          <p:nvGrpSpPr>
            <p:cNvPr id="4" name="Group 143"/>
            <p:cNvGrpSpPr/>
            <p:nvPr/>
          </p:nvGrpSpPr>
          <p:grpSpPr>
            <a:xfrm>
              <a:off x="1217140" y="859485"/>
              <a:ext cx="4309900" cy="197510"/>
              <a:chOff x="39392" y="10922"/>
              <a:chExt cx="4309900" cy="197510"/>
            </a:xfrm>
          </p:grpSpPr>
          <p:sp>
            <p:nvSpPr>
              <p:cNvPr id="23" name="Arrow: Right 66615"/>
              <p:cNvSpPr/>
              <p:nvPr/>
            </p:nvSpPr>
            <p:spPr>
              <a:xfrm>
                <a:off x="39392" y="10922"/>
                <a:ext cx="248716" cy="197510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C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Arrow: Right 66617"/>
              <p:cNvSpPr/>
              <p:nvPr/>
            </p:nvSpPr>
            <p:spPr>
              <a:xfrm>
                <a:off x="1451798" y="10922"/>
                <a:ext cx="248716" cy="197510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C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Arrow: Right 66619"/>
              <p:cNvSpPr/>
              <p:nvPr/>
            </p:nvSpPr>
            <p:spPr>
              <a:xfrm>
                <a:off x="2790480" y="10922"/>
                <a:ext cx="248716" cy="197510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C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Arrow: Right 66621"/>
              <p:cNvSpPr/>
              <p:nvPr/>
            </p:nvSpPr>
            <p:spPr>
              <a:xfrm>
                <a:off x="4101007" y="10935"/>
                <a:ext cx="248285" cy="197485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C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140"/>
            <p:cNvGrpSpPr/>
            <p:nvPr/>
          </p:nvGrpSpPr>
          <p:grpSpPr>
            <a:xfrm>
              <a:off x="-23716" y="584075"/>
              <a:ext cx="6380194" cy="680313"/>
              <a:chOff x="-330955" y="-1141"/>
              <a:chExt cx="6380194" cy="680313"/>
            </a:xfrm>
          </p:grpSpPr>
          <p:sp>
            <p:nvSpPr>
              <p:cNvPr id="18" name="Rectangle 66614"/>
              <p:cNvSpPr/>
              <p:nvPr/>
            </p:nvSpPr>
            <p:spPr>
              <a:xfrm>
                <a:off x="-330955" y="-1141"/>
                <a:ext cx="1177751" cy="6803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Aprobación de presupuesto</a:t>
                </a:r>
              </a:p>
            </p:txBody>
          </p:sp>
          <p:sp>
            <p:nvSpPr>
              <p:cNvPr id="19" name="Rectangle 66616"/>
              <p:cNvSpPr/>
              <p:nvPr/>
            </p:nvSpPr>
            <p:spPr>
              <a:xfrm>
                <a:off x="1183669" y="-1027"/>
                <a:ext cx="1075334" cy="68008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Compromiso Presupuestario</a:t>
                </a:r>
              </a:p>
            </p:txBody>
          </p:sp>
          <p:sp>
            <p:nvSpPr>
              <p:cNvPr id="20" name="Rectangle 66618"/>
              <p:cNvSpPr/>
              <p:nvPr/>
            </p:nvSpPr>
            <p:spPr>
              <a:xfrm>
                <a:off x="2615279" y="-1027"/>
                <a:ext cx="967127" cy="680085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Base Devengado</a:t>
                </a:r>
              </a:p>
            </p:txBody>
          </p:sp>
          <p:sp>
            <p:nvSpPr>
              <p:cNvPr id="21" name="Rectangle 66620"/>
              <p:cNvSpPr/>
              <p:nvPr/>
            </p:nvSpPr>
            <p:spPr>
              <a:xfrm>
                <a:off x="3941906" y="-1027"/>
                <a:ext cx="970969" cy="68008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Aprobación de pago</a:t>
                </a:r>
              </a:p>
            </p:txBody>
          </p:sp>
          <p:sp>
            <p:nvSpPr>
              <p:cNvPr id="22" name="Rectangle 66623"/>
              <p:cNvSpPr/>
              <p:nvPr/>
            </p:nvSpPr>
            <p:spPr>
              <a:xfrm>
                <a:off x="5252744" y="-1027"/>
                <a:ext cx="796495" cy="68008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Pago o liquidación </a:t>
                </a:r>
              </a:p>
            </p:txBody>
          </p:sp>
        </p:grpSp>
        <p:grpSp>
          <p:nvGrpSpPr>
            <p:cNvPr id="6" name="Group 141"/>
            <p:cNvGrpSpPr/>
            <p:nvPr/>
          </p:nvGrpSpPr>
          <p:grpSpPr>
            <a:xfrm>
              <a:off x="-49319" y="23890"/>
              <a:ext cx="6405797" cy="482574"/>
              <a:chOff x="-305351" y="23890"/>
              <a:chExt cx="6405797" cy="482574"/>
            </a:xfrm>
          </p:grpSpPr>
          <p:sp>
            <p:nvSpPr>
              <p:cNvPr id="13" name="Rectangle 131"/>
              <p:cNvSpPr/>
              <p:nvPr/>
            </p:nvSpPr>
            <p:spPr>
              <a:xfrm>
                <a:off x="-305351" y="23890"/>
                <a:ext cx="1228957" cy="48257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PLANIFICACIÓN Y PRESUPUESTO</a:t>
                </a:r>
                <a:endParaRPr kumimoji="0" lang="es-EC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14" name="Rectangle 132"/>
              <p:cNvSpPr/>
              <p:nvPr/>
            </p:nvSpPr>
            <p:spPr>
              <a:xfrm>
                <a:off x="1260478" y="23890"/>
                <a:ext cx="1024128" cy="48257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CONTABILIDAD Y</a:t>
                </a:r>
                <a:endParaRPr kumimoji="0" lang="es-EC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PRESUPUESTO</a:t>
                </a:r>
                <a:endParaRPr kumimoji="0" lang="es-EC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15" name="Rectangle 133"/>
              <p:cNvSpPr/>
              <p:nvPr/>
            </p:nvSpPr>
            <p:spPr>
              <a:xfrm>
                <a:off x="2666486" y="23890"/>
                <a:ext cx="967127" cy="48257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CONTABILIDAD Y</a:t>
                </a:r>
                <a:endParaRPr kumimoji="0" lang="es-EC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PRESUPUESTO</a:t>
                </a:r>
                <a:endParaRPr kumimoji="0" lang="es-EC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16" name="Rectangle 134"/>
              <p:cNvSpPr/>
              <p:nvPr/>
            </p:nvSpPr>
            <p:spPr>
              <a:xfrm>
                <a:off x="3993110" y="23890"/>
                <a:ext cx="970969" cy="48257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CONTABILIDAD </a:t>
                </a:r>
                <a:endParaRPr kumimoji="0" lang="es-EC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17" name="Rectangle 135"/>
              <p:cNvSpPr/>
              <p:nvPr/>
            </p:nvSpPr>
            <p:spPr>
              <a:xfrm>
                <a:off x="5303951" y="57112"/>
                <a:ext cx="796495" cy="4161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TESORERÍA</a:t>
                </a:r>
                <a:endParaRPr kumimoji="0" lang="es-EC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</p:grpSp>
        <p:grpSp>
          <p:nvGrpSpPr>
            <p:cNvPr id="7" name="Group 142"/>
            <p:cNvGrpSpPr/>
            <p:nvPr/>
          </p:nvGrpSpPr>
          <p:grpSpPr>
            <a:xfrm>
              <a:off x="-74921" y="1397202"/>
              <a:ext cx="6673232" cy="490119"/>
              <a:chOff x="-74921" y="21945"/>
              <a:chExt cx="6673232" cy="490119"/>
            </a:xfrm>
          </p:grpSpPr>
          <p:sp>
            <p:nvSpPr>
              <p:cNvPr id="8" name="Rectangle 128"/>
              <p:cNvSpPr/>
              <p:nvPr/>
            </p:nvSpPr>
            <p:spPr>
              <a:xfrm>
                <a:off x="-74921" y="21945"/>
                <a:ext cx="1280160" cy="4901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Sin implicaciones en estados financieros</a:t>
                </a:r>
              </a:p>
            </p:txBody>
          </p:sp>
          <p:sp>
            <p:nvSpPr>
              <p:cNvPr id="9" name="Rectangle 136"/>
              <p:cNvSpPr/>
              <p:nvPr/>
            </p:nvSpPr>
            <p:spPr>
              <a:xfrm>
                <a:off x="1388495" y="21945"/>
                <a:ext cx="1280160" cy="4901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Sin implicaciones en estados financieros</a:t>
                </a:r>
              </a:p>
            </p:txBody>
          </p:sp>
          <p:sp>
            <p:nvSpPr>
              <p:cNvPr id="10" name="Rectangle 137"/>
              <p:cNvSpPr/>
              <p:nvPr/>
            </p:nvSpPr>
            <p:spPr>
              <a:xfrm>
                <a:off x="2766002" y="21945"/>
                <a:ext cx="1280160" cy="4901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Balance y Cuenta de Resultados</a:t>
                </a:r>
              </a:p>
            </p:txBody>
          </p:sp>
          <p:sp>
            <p:nvSpPr>
              <p:cNvPr id="11" name="Rectangle 138"/>
              <p:cNvSpPr/>
              <p:nvPr/>
            </p:nvSpPr>
            <p:spPr>
              <a:xfrm>
                <a:off x="4094550" y="21945"/>
                <a:ext cx="1280160" cy="4901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Balance </a:t>
                </a:r>
              </a:p>
            </p:txBody>
          </p:sp>
          <p:sp>
            <p:nvSpPr>
              <p:cNvPr id="12" name="Rectangle 139"/>
              <p:cNvSpPr/>
              <p:nvPr/>
            </p:nvSpPr>
            <p:spPr>
              <a:xfrm>
                <a:off x="5318151" y="21945"/>
                <a:ext cx="1280160" cy="4901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Balance y flujo de caja </a:t>
                </a:r>
              </a:p>
            </p:txBody>
          </p:sp>
        </p:grpSp>
      </p:grpSp>
      <p:sp>
        <p:nvSpPr>
          <p:cNvPr id="27" name="Flecha derecha 26"/>
          <p:cNvSpPr/>
          <p:nvPr/>
        </p:nvSpPr>
        <p:spPr>
          <a:xfrm>
            <a:off x="648717" y="5719130"/>
            <a:ext cx="10979463" cy="821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90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38364"/>
            <a:ext cx="8168415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dirty="0">
                <a:solidFill>
                  <a:schemeClr val="bg1"/>
                </a:solidFill>
              </a:rPr>
              <a:t>	PLANIFICACIÓN PLURIANUAL Y SISTEMA DE COSTOS</a:t>
            </a:r>
            <a:endParaRPr lang="en-US" sz="2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" name="Group 1043"/>
          <p:cNvGrpSpPr/>
          <p:nvPr/>
        </p:nvGrpSpPr>
        <p:grpSpPr>
          <a:xfrm>
            <a:off x="767444" y="1632268"/>
            <a:ext cx="10649398" cy="4605246"/>
            <a:chOff x="0" y="0"/>
            <a:chExt cx="6784482" cy="3967480"/>
          </a:xfrm>
        </p:grpSpPr>
        <p:sp>
          <p:nvSpPr>
            <p:cNvPr id="4" name="Rectangle 1044"/>
            <p:cNvSpPr/>
            <p:nvPr/>
          </p:nvSpPr>
          <p:spPr>
            <a:xfrm>
              <a:off x="2814762" y="3657600"/>
              <a:ext cx="1136595" cy="3098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C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Gestión</a:t>
              </a:r>
              <a:endParaRPr kumimoji="0" lang="es-EC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grpSp>
          <p:nvGrpSpPr>
            <p:cNvPr id="5" name="Group 1045"/>
            <p:cNvGrpSpPr/>
            <p:nvPr/>
          </p:nvGrpSpPr>
          <p:grpSpPr>
            <a:xfrm>
              <a:off x="874643" y="0"/>
              <a:ext cx="5909839" cy="2742979"/>
              <a:chOff x="0" y="0"/>
              <a:chExt cx="5909839" cy="2742979"/>
            </a:xfrm>
          </p:grpSpPr>
          <p:sp>
            <p:nvSpPr>
              <p:cNvPr id="16" name="Rectangle 1046"/>
              <p:cNvSpPr/>
              <p:nvPr/>
            </p:nvSpPr>
            <p:spPr>
              <a:xfrm>
                <a:off x="1033670" y="445273"/>
                <a:ext cx="3093058" cy="1717481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C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047"/>
              <p:cNvSpPr/>
              <p:nvPr/>
            </p:nvSpPr>
            <p:spPr>
              <a:xfrm>
                <a:off x="1940119" y="0"/>
                <a:ext cx="1391285" cy="3101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PEI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18" name="Rectangle 1048"/>
              <p:cNvSpPr/>
              <p:nvPr/>
            </p:nvSpPr>
            <p:spPr>
              <a:xfrm>
                <a:off x="1383527" y="540688"/>
                <a:ext cx="2456953" cy="4051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Impacto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19" name="Rectangle 1049"/>
              <p:cNvSpPr/>
              <p:nvPr/>
            </p:nvSpPr>
            <p:spPr>
              <a:xfrm>
                <a:off x="1383527" y="1057523"/>
                <a:ext cx="2456815" cy="4051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Efectos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20" name="Rectangle 1050"/>
              <p:cNvSpPr/>
              <p:nvPr/>
            </p:nvSpPr>
            <p:spPr>
              <a:xfrm>
                <a:off x="1383527" y="1614114"/>
                <a:ext cx="2456815" cy="4051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Objetivos de Programa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21" name="Text Box 2"/>
              <p:cNvSpPr txBox="1">
                <a:spLocks noChangeArrowheads="1"/>
              </p:cNvSpPr>
              <p:nvPr/>
            </p:nvSpPr>
            <p:spPr bwMode="auto">
              <a:xfrm>
                <a:off x="0" y="946205"/>
                <a:ext cx="818515" cy="4279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Programa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22" name="Text Box 2"/>
              <p:cNvSpPr txBox="1">
                <a:spLocks noChangeArrowheads="1"/>
              </p:cNvSpPr>
              <p:nvPr/>
            </p:nvSpPr>
            <p:spPr bwMode="auto">
              <a:xfrm>
                <a:off x="4757314" y="1068661"/>
                <a:ext cx="1152525" cy="30861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Plan Plurianual</a:t>
                </a:r>
                <a:endParaRPr kumimoji="0" lang="es-EC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23" name="Rectangle 1053"/>
              <p:cNvSpPr/>
              <p:nvPr/>
            </p:nvSpPr>
            <p:spPr>
              <a:xfrm>
                <a:off x="4691270" y="2433099"/>
                <a:ext cx="1216549" cy="3098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Presupuesto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24" name="Right Brace 1054"/>
              <p:cNvSpPr/>
              <p:nvPr/>
            </p:nvSpPr>
            <p:spPr>
              <a:xfrm>
                <a:off x="4389120" y="445273"/>
                <a:ext cx="223051" cy="2297706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C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1055"/>
            <p:cNvGrpSpPr/>
            <p:nvPr/>
          </p:nvGrpSpPr>
          <p:grpSpPr>
            <a:xfrm>
              <a:off x="0" y="2226365"/>
              <a:ext cx="5263763" cy="1247305"/>
              <a:chOff x="0" y="0"/>
              <a:chExt cx="5263763" cy="1247305"/>
            </a:xfrm>
          </p:grpSpPr>
          <p:sp>
            <p:nvSpPr>
              <p:cNvPr id="7" name="Rectangle 129"/>
              <p:cNvSpPr/>
              <p:nvPr/>
            </p:nvSpPr>
            <p:spPr>
              <a:xfrm>
                <a:off x="1693628" y="135172"/>
                <a:ext cx="1534160" cy="3098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Servicio y productos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8" name="Rectangle 130"/>
              <p:cNvSpPr/>
              <p:nvPr/>
            </p:nvSpPr>
            <p:spPr>
              <a:xfrm>
                <a:off x="3562184" y="135172"/>
                <a:ext cx="1701579" cy="3101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Actividades y proyectos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9" name="Rectangle 165"/>
              <p:cNvSpPr/>
              <p:nvPr/>
            </p:nvSpPr>
            <p:spPr>
              <a:xfrm>
                <a:off x="2258170" y="747422"/>
                <a:ext cx="2289727" cy="4532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Insumos – personal, servicios públicos, obras, bienes, etc.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10" name="Left Brace 171"/>
              <p:cNvSpPr/>
              <p:nvPr/>
            </p:nvSpPr>
            <p:spPr>
              <a:xfrm>
                <a:off x="1256306" y="0"/>
                <a:ext cx="198783" cy="1200177"/>
              </a:xfrm>
              <a:prstGeom prst="lef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C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74"/>
              <p:cNvSpPr/>
              <p:nvPr/>
            </p:nvSpPr>
            <p:spPr>
              <a:xfrm>
                <a:off x="0" y="206734"/>
                <a:ext cx="1216549" cy="30988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Contabilidad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sp>
            <p:nvSpPr>
              <p:cNvPr id="12" name="Text Box 2"/>
              <p:cNvSpPr txBox="1">
                <a:spLocks noChangeArrowheads="1"/>
              </p:cNvSpPr>
              <p:nvPr/>
            </p:nvSpPr>
            <p:spPr bwMode="auto">
              <a:xfrm>
                <a:off x="174929" y="644055"/>
                <a:ext cx="890270" cy="60325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C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Sistemas de costos</a:t>
                </a:r>
                <a:endParaRPr kumimoji="0" lang="es-EC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  <p:cxnSp>
            <p:nvCxnSpPr>
              <p:cNvPr id="13" name="Straight Arrow Connector 176"/>
              <p:cNvCxnSpPr/>
              <p:nvPr/>
            </p:nvCxnSpPr>
            <p:spPr>
              <a:xfrm flipH="1" flipV="1">
                <a:off x="2496709" y="445273"/>
                <a:ext cx="842839" cy="3023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97"/>
              <p:cNvCxnSpPr/>
              <p:nvPr/>
            </p:nvCxnSpPr>
            <p:spPr>
              <a:xfrm flipV="1">
                <a:off x="3387255" y="445273"/>
                <a:ext cx="938254" cy="3021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98"/>
              <p:cNvCxnSpPr/>
              <p:nvPr/>
            </p:nvCxnSpPr>
            <p:spPr>
              <a:xfrm>
                <a:off x="3228229" y="278295"/>
                <a:ext cx="334396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5" name="Imagen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35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38364"/>
            <a:ext cx="8482126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dirty="0">
                <a:solidFill>
                  <a:schemeClr val="bg1"/>
                </a:solidFill>
              </a:rPr>
              <a:t>	GESTIÓN DE PROYECTOS</a:t>
            </a:r>
            <a:endParaRPr lang="en-US" sz="2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B70568-1AC8-4900-A2B5-7013F903426C}"/>
              </a:ext>
            </a:extLst>
          </p:cNvPr>
          <p:cNvGrpSpPr/>
          <p:nvPr/>
        </p:nvGrpSpPr>
        <p:grpSpPr>
          <a:xfrm>
            <a:off x="1297173" y="1596707"/>
            <a:ext cx="8750594" cy="4931684"/>
            <a:chOff x="0" y="0"/>
            <a:chExt cx="6867525" cy="275272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0799C9D-AC2A-4D3E-93EA-4BD5D92E4874}"/>
                </a:ext>
              </a:extLst>
            </p:cNvPr>
            <p:cNvGrpSpPr/>
            <p:nvPr/>
          </p:nvGrpSpPr>
          <p:grpSpPr>
            <a:xfrm>
              <a:off x="0" y="0"/>
              <a:ext cx="6867525" cy="2752725"/>
              <a:chOff x="0" y="0"/>
              <a:chExt cx="6867525" cy="2752725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27AF145B-35E9-48EC-B511-7073F23FE353}"/>
                  </a:ext>
                </a:extLst>
              </p:cNvPr>
              <p:cNvGrpSpPr/>
              <p:nvPr/>
            </p:nvGrpSpPr>
            <p:grpSpPr>
              <a:xfrm>
                <a:off x="0" y="0"/>
                <a:ext cx="6867525" cy="2752725"/>
                <a:chOff x="0" y="0"/>
                <a:chExt cx="6867525" cy="2752725"/>
              </a:xfrm>
            </p:grpSpPr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8619641A-8622-4C01-8490-2A1D90EA9C0E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6867525" cy="2752725"/>
                  <a:chOff x="0" y="0"/>
                  <a:chExt cx="6867525" cy="2752725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87400EF8-28D7-4873-BE8D-58A9410BB847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6867525" cy="2752725"/>
                    <a:chOff x="0" y="0"/>
                    <a:chExt cx="6867525" cy="2752725"/>
                  </a:xfrm>
                </p:grpSpPr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E121481A-B1D6-4B4F-B289-1A1F6DB384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6867525" cy="2752725"/>
                      <a:chOff x="0" y="0"/>
                      <a:chExt cx="6867525" cy="2752725"/>
                    </a:xfrm>
                  </p:grpSpPr>
                  <p:grpSp>
                    <p:nvGrpSpPr>
                      <p:cNvPr id="57" name="Group 56">
                        <a:extLst>
                          <a:ext uri="{FF2B5EF4-FFF2-40B4-BE49-F238E27FC236}">
                            <a16:creationId xmlns:a16="http://schemas.microsoft.com/office/drawing/2014/main" id="{643BBABB-28FF-4A8B-8839-47E0E955DE8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0"/>
                        <a:ext cx="6867525" cy="2752725"/>
                        <a:chOff x="0" y="0"/>
                        <a:chExt cx="6867525" cy="2752725"/>
                      </a:xfrm>
                    </p:grpSpPr>
                    <p:grpSp>
                      <p:nvGrpSpPr>
                        <p:cNvPr id="61" name="Group 60">
                          <a:extLst>
                            <a:ext uri="{FF2B5EF4-FFF2-40B4-BE49-F238E27FC236}">
                              <a16:creationId xmlns:a16="http://schemas.microsoft.com/office/drawing/2014/main" id="{328C6F59-243F-4B11-809E-AE6B1B8CAE8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0" y="0"/>
                          <a:ext cx="6791325" cy="2752725"/>
                          <a:chOff x="0" y="0"/>
                          <a:chExt cx="6791325" cy="2752725"/>
                        </a:xfrm>
                      </p:grpSpPr>
                      <p:grpSp>
                        <p:nvGrpSpPr>
                          <p:cNvPr id="81" name="Group 80">
                            <a:extLst>
                              <a:ext uri="{FF2B5EF4-FFF2-40B4-BE49-F238E27FC236}">
                                <a16:creationId xmlns:a16="http://schemas.microsoft.com/office/drawing/2014/main" id="{4BC75132-8D9B-4FA5-9E0D-5DD5BF746F7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0" y="0"/>
                            <a:ext cx="6791325" cy="2752725"/>
                            <a:chOff x="0" y="0"/>
                            <a:chExt cx="6791325" cy="2752725"/>
                          </a:xfrm>
                        </p:grpSpPr>
                        <p:sp>
                          <p:nvSpPr>
                            <p:cNvPr id="87" name="Rectangle 86">
                              <a:extLst>
                                <a:ext uri="{FF2B5EF4-FFF2-40B4-BE49-F238E27FC236}">
                                  <a16:creationId xmlns:a16="http://schemas.microsoft.com/office/drawing/2014/main" id="{8023EBD8-3E5C-4DFC-AE0E-EC26F372F3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1504950" cy="2752725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s-EC" sz="1000"/>
                            </a:p>
                          </p:txBody>
                        </p:sp>
                        <p:sp>
                          <p:nvSpPr>
                            <p:cNvPr id="88" name="Rectangle 87">
                              <a:extLst>
                                <a:ext uri="{FF2B5EF4-FFF2-40B4-BE49-F238E27FC236}">
                                  <a16:creationId xmlns:a16="http://schemas.microsoft.com/office/drawing/2014/main" id="{B9EED49F-89F5-4A39-BE02-FBBEADA25B7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562100" y="0"/>
                              <a:ext cx="1504950" cy="2752725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s-EC" sz="1000"/>
                            </a:p>
                          </p:txBody>
                        </p:sp>
                        <p:sp>
                          <p:nvSpPr>
                            <p:cNvPr id="89" name="Rectangle 88">
                              <a:extLst>
                                <a:ext uri="{FF2B5EF4-FFF2-40B4-BE49-F238E27FC236}">
                                  <a16:creationId xmlns:a16="http://schemas.microsoft.com/office/drawing/2014/main" id="{6D873FF1-5B26-4B3A-A41D-E56AD1C103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152775" y="0"/>
                              <a:ext cx="1219200" cy="2752725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s-EC" sz="1000"/>
                            </a:p>
                          </p:txBody>
                        </p:sp>
                        <p:sp>
                          <p:nvSpPr>
                            <p:cNvPr id="90" name="Rectangle 89">
                              <a:extLst>
                                <a:ext uri="{FF2B5EF4-FFF2-40B4-BE49-F238E27FC236}">
                                  <a16:creationId xmlns:a16="http://schemas.microsoft.com/office/drawing/2014/main" id="{06DC27FB-6F17-4C4D-85A2-7EE9C9B3B9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48175" y="0"/>
                              <a:ext cx="1190625" cy="2752725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s-EC" sz="1000"/>
                            </a:p>
                          </p:txBody>
                        </p:sp>
                        <p:sp>
                          <p:nvSpPr>
                            <p:cNvPr id="91" name="Rectangle 90">
                              <a:extLst>
                                <a:ext uri="{FF2B5EF4-FFF2-40B4-BE49-F238E27FC236}">
                                  <a16:creationId xmlns:a16="http://schemas.microsoft.com/office/drawing/2014/main" id="{DD06B784-3CB9-4512-8C5D-18BD5433CB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05475" y="0"/>
                              <a:ext cx="1085850" cy="2752725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s-EC" sz="1000"/>
                            </a:p>
                          </p:txBody>
                        </p:sp>
                      </p:grpSp>
                      <p:sp>
                        <p:nvSpPr>
                          <p:cNvPr id="82" name="Text Box 2">
                            <a:extLst>
                              <a:ext uri="{FF2B5EF4-FFF2-40B4-BE49-F238E27FC236}">
                                <a16:creationId xmlns:a16="http://schemas.microsoft.com/office/drawing/2014/main" id="{CF231B5E-B1A8-4B5D-AE34-1AA7FC9E6BB9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80467" y="65837"/>
                            <a:ext cx="1352550" cy="40005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 b="1" dirty="0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Diseño y Priorización</a:t>
                            </a:r>
                            <a:endParaRPr lang="es-EC" sz="1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3" name="Text Box 2">
                            <a:extLst>
                              <a:ext uri="{FF2B5EF4-FFF2-40B4-BE49-F238E27FC236}">
                                <a16:creationId xmlns:a16="http://schemas.microsoft.com/office/drawing/2014/main" id="{5207641C-9287-4AFE-8351-B5CC9D85BA0D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62963" y="43891"/>
                            <a:ext cx="1076325" cy="314325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 b="1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Inicio Proyecto</a:t>
                            </a:r>
                            <a:endParaRPr lang="es-EC" sz="10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4" name="Text Box 2">
                            <a:extLst>
                              <a:ext uri="{FF2B5EF4-FFF2-40B4-BE49-F238E27FC236}">
                                <a16:creationId xmlns:a16="http://schemas.microsoft.com/office/drawing/2014/main" id="{002B6CBB-729F-4360-B17E-7B51DE1E67FF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572000" y="58522"/>
                            <a:ext cx="1019175" cy="32385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 b="1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Ejecución</a:t>
                            </a:r>
                            <a:endParaRPr lang="es-EC" sz="10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5" name="Text Box 2">
                            <a:extLst>
                              <a:ext uri="{FF2B5EF4-FFF2-40B4-BE49-F238E27FC236}">
                                <a16:creationId xmlns:a16="http://schemas.microsoft.com/office/drawing/2014/main" id="{CFED8045-E8B4-4BD6-BC7B-FEB14531BC49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749747" y="65837"/>
                            <a:ext cx="1038225" cy="3987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 b="1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Cierre</a:t>
                            </a:r>
                            <a:endParaRPr lang="es-EC" sz="10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6" name="Text Box 2">
                            <a:extLst>
                              <a:ext uri="{FF2B5EF4-FFF2-40B4-BE49-F238E27FC236}">
                                <a16:creationId xmlns:a16="http://schemas.microsoft.com/office/drawing/2014/main" id="{84FFCF0C-B9D4-4A5D-B29A-27CE3DC97011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33318" y="65837"/>
                            <a:ext cx="1038225" cy="3987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 b="1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Planificación</a:t>
                            </a:r>
                            <a:endParaRPr lang="es-EC" sz="10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2" name="Group 61">
                          <a:extLst>
                            <a:ext uri="{FF2B5EF4-FFF2-40B4-BE49-F238E27FC236}">
                              <a16:creationId xmlns:a16="http://schemas.microsoft.com/office/drawing/2014/main" id="{CA0A0E44-DE8C-45B3-AFD6-02EB9B6A0B6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0" y="468173"/>
                          <a:ext cx="6867525" cy="2238450"/>
                          <a:chOff x="0" y="0"/>
                          <a:chExt cx="6867525" cy="2238450"/>
                        </a:xfrm>
                      </p:grpSpPr>
                      <p:sp>
                        <p:nvSpPr>
                          <p:cNvPr id="63" name="Arrow: Right 62">
                            <a:extLst>
                              <a:ext uri="{FF2B5EF4-FFF2-40B4-BE49-F238E27FC236}">
                                <a16:creationId xmlns:a16="http://schemas.microsoft.com/office/drawing/2014/main" id="{3DC7FB45-715D-4908-A431-E58A951D957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0" y="0"/>
                            <a:ext cx="6867525" cy="419100"/>
                          </a:xfrm>
                          <a:prstGeom prst="rightArrow">
                            <a:avLst/>
                          </a:prstGeom>
                        </p:spPr>
                        <p:style>
                          <a:lnRef idx="1">
                            <a:schemeClr val="accent1"/>
                          </a:lnRef>
                          <a:fillRef idx="2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endParaRPr lang="es-EC" sz="1000"/>
                          </a:p>
                        </p:txBody>
                      </p:sp>
                      <p:sp>
                        <p:nvSpPr>
                          <p:cNvPr id="64" name="Flowchart: Process 63">
                            <a:extLst>
                              <a:ext uri="{FF2B5EF4-FFF2-40B4-BE49-F238E27FC236}">
                                <a16:creationId xmlns:a16="http://schemas.microsoft.com/office/drawing/2014/main" id="{9CC78DE0-F24F-4021-92E2-F280721009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891" y="416966"/>
                            <a:ext cx="742950" cy="323850"/>
                          </a:xfrm>
                          <a:prstGeom prst="flowChartProcess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Definición de necesidades</a:t>
                            </a:r>
                          </a:p>
                        </p:txBody>
                      </p:sp>
                      <p:sp>
                        <p:nvSpPr>
                          <p:cNvPr id="65" name="Flowchart: Process 64">
                            <a:extLst>
                              <a:ext uri="{FF2B5EF4-FFF2-40B4-BE49-F238E27FC236}">
                                <a16:creationId xmlns:a16="http://schemas.microsoft.com/office/drawing/2014/main" id="{EC128A50-92B6-4E7D-A08F-0A85A04E10A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205" y="1443397"/>
                            <a:ext cx="782727" cy="359647"/>
                          </a:xfrm>
                          <a:prstGeom prst="flowChartProcess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Presentación de Proyectos a Unid. Plan.</a:t>
                            </a:r>
                          </a:p>
                        </p:txBody>
                      </p:sp>
                      <p:sp>
                        <p:nvSpPr>
                          <p:cNvPr id="66" name="Flowchart: Process 65">
                            <a:extLst>
                              <a:ext uri="{FF2B5EF4-FFF2-40B4-BE49-F238E27FC236}">
                                <a16:creationId xmlns:a16="http://schemas.microsoft.com/office/drawing/2014/main" id="{737C3FCB-7CB8-4691-999A-466E55B100E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206" y="1923897"/>
                            <a:ext cx="742950" cy="314553"/>
                          </a:xfrm>
                          <a:prstGeom prst="flowChartProcess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Ingreso a Banco de Proyectos</a:t>
                            </a:r>
                          </a:p>
                        </p:txBody>
                      </p:sp>
                      <p:grpSp>
                        <p:nvGrpSpPr>
                          <p:cNvPr id="67" name="Group 66">
                            <a:extLst>
                              <a:ext uri="{FF2B5EF4-FFF2-40B4-BE49-F238E27FC236}">
                                <a16:creationId xmlns:a16="http://schemas.microsoft.com/office/drawing/2014/main" id="{1DC77821-5EF9-4797-BCDA-2170A45F369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6576" y="914400"/>
                            <a:ext cx="1663827" cy="1208572"/>
                            <a:chOff x="0" y="29261"/>
                            <a:chExt cx="1663827" cy="1208572"/>
                          </a:xfrm>
                        </p:grpSpPr>
                        <p:sp>
                          <p:nvSpPr>
                            <p:cNvPr id="79" name="Flowchart: Process 78">
                              <a:extLst>
                                <a:ext uri="{FF2B5EF4-FFF2-40B4-BE49-F238E27FC236}">
                                  <a16:creationId xmlns:a16="http://schemas.microsoft.com/office/drawing/2014/main" id="{7150ACF2-039D-40A1-AB2D-7595F1CE8E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29261"/>
                              <a:ext cx="752475" cy="409575"/>
                            </a:xfrm>
                            <a:prstGeom prst="flowChartProcess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marL="0" marR="0" algn="ctr">
                                <a:lnSpc>
                                  <a:spcPct val="107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800"/>
                                </a:spcAft>
                              </a:pPr>
                              <a:r>
                                <a:rPr lang="es-EC" sz="1000">
                                  <a:effectLst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a:t>Análisis de prefactibilidad e evaluación ex ante</a:t>
                              </a:r>
                            </a:p>
                          </p:txBody>
                        </p:sp>
                        <p:sp>
                          <p:nvSpPr>
                            <p:cNvPr id="80" name="Flowchart: Process 79">
                              <a:extLst>
                                <a:ext uri="{FF2B5EF4-FFF2-40B4-BE49-F238E27FC236}">
                                  <a16:creationId xmlns:a16="http://schemas.microsoft.com/office/drawing/2014/main" id="{53D43777-6384-40C4-AE84-F69F362DCE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7552" y="982033"/>
                              <a:ext cx="676275" cy="255800"/>
                            </a:xfrm>
                            <a:prstGeom prst="flowChartProcess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marL="0" marR="0" algn="ctr">
                                <a:lnSpc>
                                  <a:spcPct val="107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800"/>
                                </a:spcAft>
                              </a:pPr>
                              <a:r>
                                <a:rPr lang="es-EC" sz="1000">
                                  <a:effectLst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a:t>Elaboración de PAI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68" name="Straight Arrow Connector 67">
                            <a:extLst>
                              <a:ext uri="{FF2B5EF4-FFF2-40B4-BE49-F238E27FC236}">
                                <a16:creationId xmlns:a16="http://schemas.microsoft.com/office/drawing/2014/main" id="{20CC7BD9-2E2C-4B9B-9A75-2E0F4122D8DD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1700403" y="1645920"/>
                            <a:ext cx="582269" cy="0"/>
                          </a:xfrm>
                          <a:prstGeom prst="straightConnector1">
                            <a:avLst/>
                          </a:prstGeom>
                          <a:ln>
                            <a:tailEnd type="triangle"/>
                          </a:ln>
                        </p:spPr>
                        <p:style>
                          <a:lnRef idx="2">
                            <a:schemeClr val="dk1"/>
                          </a:lnRef>
                          <a:fillRef idx="0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9" name="Flowchart: Process 68">
                            <a:extLst>
                              <a:ext uri="{FF2B5EF4-FFF2-40B4-BE49-F238E27FC236}">
                                <a16:creationId xmlns:a16="http://schemas.microsoft.com/office/drawing/2014/main" id="{CFC565C3-0478-47B0-ADBE-49AD66BCEE2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55011" y="1437529"/>
                            <a:ext cx="593566" cy="404394"/>
                          </a:xfrm>
                          <a:prstGeom prst="flowChartProcess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Acta de Inicio del Proyecto</a:t>
                            </a:r>
                          </a:p>
                        </p:txBody>
                      </p:sp>
                      <p:sp>
                        <p:nvSpPr>
                          <p:cNvPr id="70" name="Flowchart: Process 69">
                            <a:extLst>
                              <a:ext uri="{FF2B5EF4-FFF2-40B4-BE49-F238E27FC236}">
                                <a16:creationId xmlns:a16="http://schemas.microsoft.com/office/drawing/2014/main" id="{C7280234-D942-4CEA-A2DF-FEA51F09C3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423514" y="1353312"/>
                            <a:ext cx="775411" cy="512064"/>
                          </a:xfrm>
                          <a:prstGeom prst="flowChartProcess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Plan de Administración de Proyecto</a:t>
                            </a:r>
                          </a:p>
                        </p:txBody>
                      </p:sp>
                      <p:cxnSp>
                        <p:nvCxnSpPr>
                          <p:cNvPr id="71" name="Straight Arrow Connector 70">
                            <a:extLst>
                              <a:ext uri="{FF2B5EF4-FFF2-40B4-BE49-F238E27FC236}">
                                <a16:creationId xmlns:a16="http://schemas.microsoft.com/office/drawing/2014/main" id="{3BCCA722-2EAD-40DA-9B1F-B72D38CC0140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067050" y="1645920"/>
                            <a:ext cx="353188" cy="0"/>
                          </a:xfrm>
                          <a:prstGeom prst="straightConnector1">
                            <a:avLst/>
                          </a:prstGeom>
                          <a:ln>
                            <a:tailEnd type="triangle"/>
                          </a:ln>
                        </p:spPr>
                        <p:style>
                          <a:lnRef idx="2">
                            <a:schemeClr val="dk1"/>
                          </a:lnRef>
                          <a:fillRef idx="0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grpSp>
                        <p:nvGrpSpPr>
                          <p:cNvPr id="72" name="Group 71">
                            <a:extLst>
                              <a:ext uri="{FF2B5EF4-FFF2-40B4-BE49-F238E27FC236}">
                                <a16:creationId xmlns:a16="http://schemas.microsoft.com/office/drawing/2014/main" id="{932C512C-4112-4792-A04E-07184508B2E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272077" y="665809"/>
                            <a:ext cx="1568502" cy="372872"/>
                            <a:chOff x="0" y="65963"/>
                            <a:chExt cx="1568502" cy="372872"/>
                          </a:xfrm>
                        </p:grpSpPr>
                        <p:sp>
                          <p:nvSpPr>
                            <p:cNvPr id="76" name="Flowchart: Process 75">
                              <a:extLst>
                                <a:ext uri="{FF2B5EF4-FFF2-40B4-BE49-F238E27FC236}">
                                  <a16:creationId xmlns:a16="http://schemas.microsoft.com/office/drawing/2014/main" id="{B1059D6E-F330-4619-80C9-72EB734CE2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65963"/>
                              <a:ext cx="752475" cy="372872"/>
                            </a:xfrm>
                            <a:prstGeom prst="flowChartProcess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marL="0" marR="0" algn="ctr">
                                <a:lnSpc>
                                  <a:spcPct val="107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800"/>
                                </a:spcAft>
                              </a:pPr>
                              <a:r>
                                <a:rPr lang="es-EC" sz="1000">
                                  <a:effectLst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a:t>Ejecución / Reformas</a:t>
                              </a:r>
                            </a:p>
                          </p:txBody>
                        </p:sp>
                        <p:sp>
                          <p:nvSpPr>
                            <p:cNvPr id="77" name="Flowchart: Process 76">
                              <a:extLst>
                                <a:ext uri="{FF2B5EF4-FFF2-40B4-BE49-F238E27FC236}">
                                  <a16:creationId xmlns:a16="http://schemas.microsoft.com/office/drawing/2014/main" id="{A0BBD77F-B632-434A-A2F6-3CA8BEE222A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2227" y="65963"/>
                              <a:ext cx="676275" cy="372326"/>
                            </a:xfrm>
                            <a:prstGeom prst="flowChartProcess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marL="0" marR="0" algn="ctr">
                                <a:lnSpc>
                                  <a:spcPct val="107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800"/>
                                </a:spcAft>
                              </a:pPr>
                              <a:r>
                                <a:rPr lang="es-EC" sz="1000">
                                  <a:effectLst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a:t>Seguimiento / acciones correctivas</a:t>
                              </a:r>
                            </a:p>
                          </p:txBody>
                        </p:sp>
                        <p:cxnSp>
                          <p:nvCxnSpPr>
                            <p:cNvPr id="78" name="Straight Arrow Connector 77">
                              <a:extLst>
                                <a:ext uri="{FF2B5EF4-FFF2-40B4-BE49-F238E27FC236}">
                                  <a16:creationId xmlns:a16="http://schemas.microsoft.com/office/drawing/2014/main" id="{FB8B924E-8C28-4928-A2CA-2E23C7FA38A5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>
                              <a:off x="753466" y="219456"/>
                              <a:ext cx="134874" cy="0"/>
                            </a:xfrm>
                            <a:prstGeom prst="straightConnector1">
                              <a:avLst/>
                            </a:prstGeom>
                            <a:ln>
                              <a:headEnd type="triangle"/>
                              <a:tailEnd type="triangle"/>
                            </a:ln>
                          </p:spPr>
                          <p:style>
                            <a:lnRef idx="2">
                              <a:schemeClr val="dk1"/>
                            </a:lnRef>
                            <a:fillRef idx="0">
                              <a:schemeClr val="dk1"/>
                            </a:fillRef>
                            <a:effectRef idx="1">
                              <a:schemeClr val="dk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73" name="Flowchart: Process 72">
                            <a:extLst>
                              <a:ext uri="{FF2B5EF4-FFF2-40B4-BE49-F238E27FC236}">
                                <a16:creationId xmlns:a16="http://schemas.microsoft.com/office/drawing/2014/main" id="{EE6A92EE-DEC5-42AE-B1FF-CFE56CF509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747565" y="1345997"/>
                            <a:ext cx="676275" cy="343814"/>
                          </a:xfrm>
                          <a:prstGeom prst="flowChartProcess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Evaluación Intermedia</a:t>
                            </a:r>
                          </a:p>
                        </p:txBody>
                      </p:sp>
                      <p:sp>
                        <p:nvSpPr>
                          <p:cNvPr id="74" name="Flowchart: Process 73">
                            <a:extLst>
                              <a:ext uri="{FF2B5EF4-FFF2-40B4-BE49-F238E27FC236}">
                                <a16:creationId xmlns:a16="http://schemas.microsoft.com/office/drawing/2014/main" id="{F606E4DC-DF27-4F74-A7A9-FF5A2B233E2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96051" y="907085"/>
                            <a:ext cx="676275" cy="402680"/>
                          </a:xfrm>
                          <a:prstGeom prst="flowChartProcess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Liquidación de Proyecto / fase</a:t>
                            </a:r>
                          </a:p>
                        </p:txBody>
                      </p:sp>
                      <p:sp>
                        <p:nvSpPr>
                          <p:cNvPr id="75" name="Flowchart: Process 74">
                            <a:extLst>
                              <a:ext uri="{FF2B5EF4-FFF2-40B4-BE49-F238E27FC236}">
                                <a16:creationId xmlns:a16="http://schemas.microsoft.com/office/drawing/2014/main" id="{9A424FF2-781A-461E-ACF0-5A8C07AE04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32627" y="1594713"/>
                            <a:ext cx="676275" cy="394792"/>
                          </a:xfrm>
                          <a:prstGeom prst="flowChartProcess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s-EC" sz="1000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Inicio siguiente fase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8" name="Straight Arrow Connector 57">
                        <a:extLst>
                          <a:ext uri="{FF2B5EF4-FFF2-40B4-BE49-F238E27FC236}">
                            <a16:creationId xmlns:a16="http://schemas.microsoft.com/office/drawing/2014/main" id="{3255AE5B-7C2D-4615-9BEE-B6E1B0FABFF7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09651" y="2245766"/>
                        <a:ext cx="0" cy="17335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9" name="Straight Arrow Connector 58">
                        <a:extLst>
                          <a:ext uri="{FF2B5EF4-FFF2-40B4-BE49-F238E27FC236}">
                            <a16:creationId xmlns:a16="http://schemas.microsoft.com/office/drawing/2014/main" id="{93EBEA18-E272-4011-BF15-655A8683361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44155" y="1763169"/>
                        <a:ext cx="0" cy="17335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Arrow Connector 59">
                        <a:extLst>
                          <a:ext uri="{FF2B5EF4-FFF2-40B4-BE49-F238E27FC236}">
                            <a16:creationId xmlns:a16="http://schemas.microsoft.com/office/drawing/2014/main" id="{4CB22763-1670-4204-88FC-73E28607D0D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09651" y="1221638"/>
                        <a:ext cx="0" cy="17335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6" name="Straight Arrow Connector 55">
                      <a:extLst>
                        <a:ext uri="{FF2B5EF4-FFF2-40B4-BE49-F238E27FC236}">
                          <a16:creationId xmlns:a16="http://schemas.microsoft.com/office/drawing/2014/main" id="{87520899-7275-4BC1-A181-1551C5593C4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098694" y="1506931"/>
                      <a:ext cx="0" cy="285293"/>
                    </a:xfrm>
                    <a:prstGeom prst="straightConnector1">
                      <a:avLst/>
                    </a:prstGeom>
                    <a:ln>
                      <a:headEnd type="triangle"/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4" name="Text Box 2">
                    <a:extLst>
                      <a:ext uri="{FF2B5EF4-FFF2-40B4-BE49-F238E27FC236}">
                        <a16:creationId xmlns:a16="http://schemas.microsoft.com/office/drawing/2014/main" id="{FD5E0AB8-125B-469B-86E3-D1812AFF823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43346" y="1763169"/>
                    <a:ext cx="663515" cy="299717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s-EC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Programación financiera aprobada</a:t>
                    </a:r>
                  </a:p>
                </p:txBody>
              </p:sp>
            </p:grp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227B9632-C652-48EF-A5B7-89B033CA3905}"/>
                    </a:ext>
                  </a:extLst>
                </p:cNvPr>
                <p:cNvCxnSpPr/>
                <p:nvPr/>
              </p:nvCxnSpPr>
              <p:spPr>
                <a:xfrm flipV="1">
                  <a:off x="794156" y="2457678"/>
                  <a:ext cx="229972" cy="1018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Flowchart: Process 49">
                <a:extLst>
                  <a:ext uri="{FF2B5EF4-FFF2-40B4-BE49-F238E27FC236}">
                    <a16:creationId xmlns:a16="http://schemas.microsoft.com/office/drawing/2014/main" id="{39C88E79-14EE-4582-AD86-26C642235B8C}"/>
                  </a:ext>
                </a:extLst>
              </p:cNvPr>
              <p:cNvSpPr/>
              <p:nvPr/>
            </p:nvSpPr>
            <p:spPr>
              <a:xfrm>
                <a:off x="953232" y="1894758"/>
                <a:ext cx="690114" cy="346321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s-EC" sz="1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Aprobación de Presupuesto</a:t>
                </a:r>
              </a:p>
            </p:txBody>
          </p:sp>
        </p:grp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0DA7AD0-3709-45C8-902C-0ABC7E5D9590}"/>
                </a:ext>
              </a:extLst>
            </p:cNvPr>
            <p:cNvCxnSpPr/>
            <p:nvPr/>
          </p:nvCxnSpPr>
          <p:spPr>
            <a:xfrm>
              <a:off x="6247181" y="1777593"/>
              <a:ext cx="0" cy="28461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92" name="Imagen 9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93" name="Imagen 9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43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 txBox="1">
            <a:spLocks/>
          </p:cNvSpPr>
          <p:nvPr/>
        </p:nvSpPr>
        <p:spPr>
          <a:xfrm>
            <a:off x="0" y="538364"/>
            <a:ext cx="8448541" cy="74483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chemeClr val="bg1"/>
                </a:solidFill>
              </a:rPr>
              <a:t>	SISTEMA DE SEGUIMIENTO 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 449"/>
          <p:cNvGraphicFramePr/>
          <p:nvPr>
            <p:extLst>
              <p:ext uri="{D42A27DB-BD31-4B8C-83A1-F6EECF244321}">
                <p14:modId xmlns:p14="http://schemas.microsoft.com/office/powerpoint/2010/main" val="3283007317"/>
              </p:ext>
            </p:extLst>
          </p:nvPr>
        </p:nvGraphicFramePr>
        <p:xfrm>
          <a:off x="619225" y="4757352"/>
          <a:ext cx="10953549" cy="1556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3087086825"/>
              </p:ext>
            </p:extLst>
          </p:nvPr>
        </p:nvGraphicFramePr>
        <p:xfrm>
          <a:off x="734728" y="1389077"/>
          <a:ext cx="5476775" cy="3012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7" name="Imagen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74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145-9D66-40CF-AD4C-5C1AA5D7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8364"/>
            <a:ext cx="8371268" cy="744836"/>
          </a:xfr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 kern="1200" dirty="0">
                <a:solidFill>
                  <a:schemeClr val="bg1"/>
                </a:solidFill>
              </a:rPr>
              <a:t>	</a:t>
            </a:r>
            <a:br>
              <a:rPr lang="en-US" sz="2800" b="1" kern="1200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	</a:t>
            </a:r>
            <a:r>
              <a:rPr lang="es-EC" sz="2800" b="1" dirty="0">
                <a:solidFill>
                  <a:schemeClr val="bg1"/>
                </a:solidFill>
              </a:rPr>
              <a:t>SEGUIMIENTO Y EVALUACIÓN</a:t>
            </a:r>
            <a:br>
              <a:rPr lang="es-EC" sz="2800" b="1" dirty="0">
                <a:solidFill>
                  <a:schemeClr val="bg1"/>
                </a:solidFill>
              </a:rPr>
            </a:br>
            <a:endParaRPr lang="en-US" sz="2800" b="1" kern="1200" dirty="0">
              <a:solidFill>
                <a:schemeClr val="bg1"/>
              </a:solidFill>
            </a:endParaRPr>
          </a:p>
        </p:txBody>
      </p:sp>
      <p:graphicFrame>
        <p:nvGraphicFramePr>
          <p:cNvPr id="8" name="Tabla 7"/>
          <p:cNvGraphicFramePr>
            <a:graphicFrameLocks noGrp="1"/>
          </p:cNvGraphicFramePr>
          <p:nvPr/>
        </p:nvGraphicFramePr>
        <p:xfrm>
          <a:off x="772025" y="1920915"/>
          <a:ext cx="6224682" cy="2987040"/>
        </p:xfrm>
        <a:graphic>
          <a:graphicData uri="http://schemas.openxmlformats.org/drawingml/2006/table">
            <a:tbl>
              <a:tblPr firstRow="1" firstCol="1" bandRow="1"/>
              <a:tblGrid>
                <a:gridCol w="1555838">
                  <a:extLst>
                    <a:ext uri="{9D8B030D-6E8A-4147-A177-3AD203B41FA5}">
                      <a16:colId xmlns:a16="http://schemas.microsoft.com/office/drawing/2014/main" val="3339096139"/>
                    </a:ext>
                  </a:extLst>
                </a:gridCol>
                <a:gridCol w="1555838">
                  <a:extLst>
                    <a:ext uri="{9D8B030D-6E8A-4147-A177-3AD203B41FA5}">
                      <a16:colId xmlns:a16="http://schemas.microsoft.com/office/drawing/2014/main" val="3987752745"/>
                    </a:ext>
                  </a:extLst>
                </a:gridCol>
                <a:gridCol w="1556503">
                  <a:extLst>
                    <a:ext uri="{9D8B030D-6E8A-4147-A177-3AD203B41FA5}">
                      <a16:colId xmlns:a16="http://schemas.microsoft.com/office/drawing/2014/main" val="2050076494"/>
                    </a:ext>
                  </a:extLst>
                </a:gridCol>
                <a:gridCol w="1556503">
                  <a:extLst>
                    <a:ext uri="{9D8B030D-6E8A-4147-A177-3AD203B41FA5}">
                      <a16:colId xmlns:a16="http://schemas.microsoft.com/office/drawing/2014/main" val="334158705"/>
                    </a:ext>
                  </a:extLst>
                </a:gridCol>
              </a:tblGrid>
              <a:tr h="225807"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Impacto</a:t>
                      </a:r>
                      <a:endParaRPr lang="es-EC" sz="1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Indicadores</a:t>
                      </a:r>
                      <a:endParaRPr lang="es-EC" sz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Línea de base</a:t>
                      </a:r>
                      <a:endParaRPr lang="es-EC" sz="1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Metas</a:t>
                      </a:r>
                      <a:endParaRPr lang="es-EC" sz="1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196661"/>
                  </a:ext>
                </a:extLst>
              </a:tr>
              <a:tr h="2088713"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Mejorar la vialidad rural de la provincial…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 de vías en buen estado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</a:p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*El 60% de vías rurales de la provincia se encuentran en buen estado en enero 2017</a:t>
                      </a:r>
                    </a:p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85%</a:t>
                      </a:r>
                    </a:p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*Para 2021, el 85% de las vías de la provincia se encuentran en buen estado.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377968"/>
                  </a:ext>
                </a:extLst>
              </a:tr>
              <a:tr h="487437"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Definir objetivo estratégico n…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Indicador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200"/>
                        </a:spcAft>
                      </a:pPr>
                      <a:r>
                        <a:rPr lang="es-EC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091916"/>
                  </a:ext>
                </a:extLst>
              </a:tr>
            </a:tbl>
          </a:graphicData>
        </a:graphic>
      </p:graphicFrame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72025" y="1520804"/>
            <a:ext cx="62588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000" b="1" i="0" u="none" strike="noStrike" cap="none" normalizeH="0" baseline="0" dirty="0">
                <a:ln>
                  <a:noFill/>
                </a:ln>
                <a:solidFill>
                  <a:srgbClr val="032348"/>
                </a:solidFill>
                <a:effectLst/>
                <a:ea typeface="Times New Roman" panose="02020603050405020304" pitchFamily="18" charset="0"/>
              </a:rPr>
              <a:t>T</a:t>
            </a:r>
            <a:r>
              <a:rPr kumimoji="0" lang="es-EC" altLang="es-EC" sz="2000" b="1" i="0" u="none" strike="noStrike" cap="none" normalizeH="0" baseline="0" dirty="0" bmk="">
                <a:ln>
                  <a:noFill/>
                </a:ln>
                <a:solidFill>
                  <a:srgbClr val="032348"/>
                </a:solidFill>
                <a:effectLst/>
                <a:ea typeface="Times New Roman" panose="02020603050405020304" pitchFamily="18" charset="0"/>
              </a:rPr>
              <a:t>abla </a:t>
            </a:r>
            <a:r>
              <a:rPr kumimoji="0" lang="es-EC" altLang="es-EC" sz="2000" b="1" i="0" u="none" strike="noStrike" cap="none" normalizeH="0" baseline="0" dirty="0" bmk="_Toc506999623">
                <a:ln>
                  <a:noFill/>
                </a:ln>
                <a:solidFill>
                  <a:srgbClr val="032348"/>
                </a:solidFill>
                <a:effectLst/>
                <a:ea typeface="Times New Roman" panose="02020603050405020304" pitchFamily="18" charset="0"/>
              </a:rPr>
              <a:t>18 Vinculación objetivos e indicadores de resultado</a:t>
            </a:r>
            <a:endParaRPr kumimoji="0" lang="es-EC" altLang="es-EC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B00E81-1B72-4CB4-AC4E-7BAF9422F0EF}"/>
              </a:ext>
            </a:extLst>
          </p:cNvPr>
          <p:cNvGraphicFramePr>
            <a:graphicFrameLocks noGrp="1"/>
          </p:cNvGraphicFramePr>
          <p:nvPr/>
        </p:nvGraphicFramePr>
        <p:xfrm>
          <a:off x="772023" y="5064369"/>
          <a:ext cx="9145699" cy="132410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10864">
                  <a:extLst>
                    <a:ext uri="{9D8B030D-6E8A-4147-A177-3AD203B41FA5}">
                      <a16:colId xmlns:a16="http://schemas.microsoft.com/office/drawing/2014/main" val="2568878065"/>
                    </a:ext>
                  </a:extLst>
                </a:gridCol>
                <a:gridCol w="909443">
                  <a:extLst>
                    <a:ext uri="{9D8B030D-6E8A-4147-A177-3AD203B41FA5}">
                      <a16:colId xmlns:a16="http://schemas.microsoft.com/office/drawing/2014/main" val="2678877802"/>
                    </a:ext>
                  </a:extLst>
                </a:gridCol>
                <a:gridCol w="1157473">
                  <a:extLst>
                    <a:ext uri="{9D8B030D-6E8A-4147-A177-3AD203B41FA5}">
                      <a16:colId xmlns:a16="http://schemas.microsoft.com/office/drawing/2014/main" val="3923723661"/>
                    </a:ext>
                  </a:extLst>
                </a:gridCol>
                <a:gridCol w="1343495">
                  <a:extLst>
                    <a:ext uri="{9D8B030D-6E8A-4147-A177-3AD203B41FA5}">
                      <a16:colId xmlns:a16="http://schemas.microsoft.com/office/drawing/2014/main" val="725323917"/>
                    </a:ext>
                  </a:extLst>
                </a:gridCol>
                <a:gridCol w="1095464">
                  <a:extLst>
                    <a:ext uri="{9D8B030D-6E8A-4147-A177-3AD203B41FA5}">
                      <a16:colId xmlns:a16="http://schemas.microsoft.com/office/drawing/2014/main" val="1259815109"/>
                    </a:ext>
                  </a:extLst>
                </a:gridCol>
                <a:gridCol w="1012789">
                  <a:extLst>
                    <a:ext uri="{9D8B030D-6E8A-4147-A177-3AD203B41FA5}">
                      <a16:colId xmlns:a16="http://schemas.microsoft.com/office/drawing/2014/main" val="1841357005"/>
                    </a:ext>
                  </a:extLst>
                </a:gridCol>
                <a:gridCol w="1157473">
                  <a:extLst>
                    <a:ext uri="{9D8B030D-6E8A-4147-A177-3AD203B41FA5}">
                      <a16:colId xmlns:a16="http://schemas.microsoft.com/office/drawing/2014/main" val="1229037440"/>
                    </a:ext>
                  </a:extLst>
                </a:gridCol>
                <a:gridCol w="847434">
                  <a:extLst>
                    <a:ext uri="{9D8B030D-6E8A-4147-A177-3AD203B41FA5}">
                      <a16:colId xmlns:a16="http://schemas.microsoft.com/office/drawing/2014/main" val="2376790632"/>
                    </a:ext>
                  </a:extLst>
                </a:gridCol>
                <a:gridCol w="611264">
                  <a:extLst>
                    <a:ext uri="{9D8B030D-6E8A-4147-A177-3AD203B41FA5}">
                      <a16:colId xmlns:a16="http://schemas.microsoft.com/office/drawing/2014/main" val="2517961116"/>
                    </a:ext>
                  </a:extLst>
                </a:gridCol>
              </a:tblGrid>
              <a:tr h="89738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Indicadores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Fuente de datos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Método de recolección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 dirty="0">
                          <a:effectLst/>
                        </a:rPr>
                        <a:t>Responsables de recolectar datos</a:t>
                      </a:r>
                      <a:endParaRPr lang="es-EC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Frecuencia de recolección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Costo de recolección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Responsables de analizar datos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 dirty="0">
                          <a:effectLst/>
                        </a:rPr>
                        <a:t>Quiénes reportan los datos</a:t>
                      </a:r>
                      <a:endParaRPr lang="es-EC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Quién usará los datos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3796163"/>
                  </a:ext>
                </a:extLst>
              </a:tr>
              <a:tr h="17947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1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15791"/>
                  </a:ext>
                </a:extLst>
              </a:tr>
              <a:tr h="17947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2…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>
                          <a:effectLst/>
                        </a:rPr>
                        <a:t> </a:t>
                      </a:r>
                      <a:endParaRPr lang="es-EC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s-EC" sz="1400" dirty="0">
                          <a:effectLst/>
                        </a:rPr>
                        <a:t> </a:t>
                      </a:r>
                      <a:endParaRPr lang="es-EC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6311022"/>
                  </a:ext>
                </a:extLst>
              </a:tr>
            </a:tbl>
          </a:graphicData>
        </a:graphic>
      </p:graphicFrame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521" y="538364"/>
            <a:ext cx="1068175" cy="91589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49" y="646836"/>
            <a:ext cx="1640109" cy="6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6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6D3A82-B78A-441F-9E4E-7BD517A3D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506" y="2286102"/>
            <a:ext cx="6239278" cy="2819014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s-EC" sz="6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MUCHAS GRACIAS</a:t>
            </a:r>
            <a:endParaRPr 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AutoShape 2" descr="Image result for icono pagina w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727" y="2447778"/>
            <a:ext cx="5348592" cy="91360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000" y="2500258"/>
            <a:ext cx="2169949" cy="79690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5116"/>
            <a:ext cx="12152290" cy="2328242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550" y="542371"/>
            <a:ext cx="3205374" cy="136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983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3855</TotalTime>
  <Words>2325</Words>
  <Application>Microsoft Office PowerPoint</Application>
  <PresentationFormat>Panorámica</PresentationFormat>
  <Paragraphs>538</Paragraphs>
  <Slides>29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Arial</vt:lpstr>
      <vt:lpstr>Arial Narrow</vt:lpstr>
      <vt:lpstr>Calibri</vt:lpstr>
      <vt:lpstr>Calibri Light</vt:lpstr>
      <vt:lpstr>Century Gothic</vt:lpstr>
      <vt:lpstr>Times New Roman</vt:lpstr>
      <vt:lpstr>Wingdings</vt:lpstr>
      <vt:lpstr>Tema de Office</vt:lpstr>
      <vt:lpstr>Presentación de PowerPoint</vt:lpstr>
      <vt:lpstr> OBJETIVOS</vt:lpstr>
      <vt:lpstr> MOTIVACIÓN</vt:lpstr>
      <vt:lpstr> MARCO CONCEPTUAL: GPRD</vt:lpstr>
      <vt:lpstr> MARCO CONCEPTUAL: CADENA DE RESULTADOS</vt:lpstr>
      <vt:lpstr> MARCO CONCEPTUAL: MEDICIÓN DE RESULTADOS</vt:lpstr>
      <vt:lpstr> MARCO CONCEPTUAL: ELEMENTOS GPRD</vt:lpstr>
      <vt:lpstr>Presentación de PowerPoint</vt:lpstr>
      <vt:lpstr>Presentación de PowerPoint</vt:lpstr>
      <vt:lpstr>Presentación de PowerPoint</vt:lpstr>
      <vt:lpstr>Presentación de PowerPoint</vt:lpstr>
      <vt:lpstr>MANUAL METODOLÓGICO</vt:lpstr>
      <vt:lpstr>  MANUAL METODOLÓGICO: ESTRUCTURA</vt:lpstr>
      <vt:lpstr>  MANUAL METODOLÓGICO: ESTRUCTURA</vt:lpstr>
      <vt:lpstr>Presentación de PowerPoint</vt:lpstr>
      <vt:lpstr>Presentación de PowerPoint</vt:lpstr>
      <vt:lpstr> MANUAL: CONTENIDO</vt:lpstr>
      <vt:lpstr> ARTICULACIÓN DE PLANES</vt:lpstr>
      <vt:lpstr> ESTRUCTURA PROGRAMÁTICA</vt:lpstr>
      <vt:lpstr>Presentación de PowerPoint</vt:lpstr>
      <vt:lpstr>Presentación de PowerPoint</vt:lpstr>
      <vt:lpstr>3. EJECUCIÓN</vt:lpstr>
      <vt:lpstr>Presentación de PowerPoint</vt:lpstr>
      <vt:lpstr>EJECUCIÓN PRESUPUESTARIA, ESTADOS FINANCIEROS Y TESORERÍA</vt:lpstr>
      <vt:lpstr> PLANIFICACIÓN PLURIANUAL Y SISTEMA DE COSTOS</vt:lpstr>
      <vt:lpstr> GESTIÓN DE PROYECTOS</vt:lpstr>
      <vt:lpstr>Presentación de PowerPoint</vt:lpstr>
      <vt:lpstr>   SEGUIMIENTO Y EVALUACIÓN 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 que articule plan-presupuesto enfocado a gestión por resultados, para los Gobiernos Provinciales del Ecuador Contrato de subvención NSAPV/2013/327-900</dc:title>
  <dc:creator>Ximena Karina Fernandez</dc:creator>
  <cp:lastModifiedBy>Jenny Narciza Carrillo Cayambe</cp:lastModifiedBy>
  <cp:revision>109</cp:revision>
  <dcterms:created xsi:type="dcterms:W3CDTF">2018-04-10T20:07:11Z</dcterms:created>
  <dcterms:modified xsi:type="dcterms:W3CDTF">2025-07-04T20:56:54Z</dcterms:modified>
</cp:coreProperties>
</file>